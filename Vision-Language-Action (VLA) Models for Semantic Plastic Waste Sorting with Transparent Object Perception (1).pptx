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2_0.xml" ContentType="application/vnd.ms-powerpoint.comments+xml"/>
  <Override PartName="/ppt/notesSlides/notesSlide2.xml" ContentType="application/vnd.openxmlformats-officedocument.presentationml.notesSlide+xml"/>
  <Override PartName="/ppt/comments/modernComment_11F_625F6E60.xml" ContentType="application/vnd.ms-powerpoint.comments+xml"/>
  <Override PartName="/ppt/notesSlides/notesSlide3.xml" ContentType="application/vnd.openxmlformats-officedocument.presentationml.notesSlide+xml"/>
  <Override PartName="/ppt/comments/modernComment_107_0.xml" ContentType="application/vnd.ms-powerpoint.comments+xml"/>
  <Override PartName="/ppt/comments/modernComment_110_0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omments/modernComment_11C_0.xml" ContentType="application/vnd.ms-powerpoint.comments+xml"/>
  <Override PartName="/ppt/notesSlides/notesSlide6.xml" ContentType="application/vnd.openxmlformats-officedocument.presentationml.notesSlide+xml"/>
  <Override PartName="/ppt/comments/modernComment_11D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8288000" cy="10287000"/>
  <p:notesSz cx="6858000" cy="9144000"/>
  <p:embeddedFontLst>
    <p:embeddedFont>
      <p:font typeface="Agrandir" panose="020B0604020202020204" charset="0"/>
      <p:regular r:id="rId35"/>
    </p:embeddedFont>
    <p:embeddedFont>
      <p:font typeface="Agrandir Bold" panose="020B0604020202020204" charset="0"/>
      <p:regular r:id="rId36"/>
    </p:embeddedFont>
    <p:embeddedFont>
      <p:font typeface="DejaVu Sans Bold" panose="020B0604020202020204" charset="0"/>
      <p:regular r:id="rId37"/>
    </p:embeddedFont>
    <p:embeddedFont>
      <p:font typeface="DejaVu Sans Light" panose="020B0604020202020204" charset="0"/>
      <p:regular r:id="rId38"/>
    </p:embeddedFont>
    <p:embeddedFont>
      <p:font typeface="League Spartan" panose="020B0604020202020204" charset="0"/>
      <p:regular r:id="rId39"/>
    </p:embeddedFont>
    <p:embeddedFont>
      <p:font typeface="Open Sans" panose="020B0606030504020204" pitchFamily="34" charset="0"/>
      <p:regular r:id="rId40"/>
      <p:bold r:id="rId41"/>
    </p:embeddedFont>
    <p:embeddedFont>
      <p:font typeface="Open Sans Bold" panose="020B0806030504020204" pitchFamily="34" charset="0"/>
      <p:regular r:id="rId42"/>
      <p:bold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09AFF7-4F51-FB9E-E8D8-BA43364D0210}" name="Koskinopoulou, Maria" initials="MK" userId="S::mk2114@hw.ac.uk::63eccba4-dd20-4dd7-9689-a0ac736f7fd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622" autoAdjust="0"/>
  </p:normalViewPr>
  <p:slideViewPr>
    <p:cSldViewPr>
      <p:cViewPr varScale="1">
        <p:scale>
          <a:sx n="70" d="100"/>
          <a:sy n="70" d="100"/>
        </p:scale>
        <p:origin x="4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microsoft.com/office/2018/10/relationships/authors" Target="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comments/modernComment_11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4566270-054C-4717-8554-D927F1F27807}" authorId="{F909AFF7-4F51-FB9E-E8D8-BA43364D0210}" created="2026-07-27T16:11:50.42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4"/>
      <ac:spMk id="11" creationId="{00000000-0000-0000-0000-000000000000}"/>
      <ac:txMk cp="0" len="11">
        <ac:context len="12" hash="1755155403"/>
      </ac:txMk>
    </ac:txMkLst>
    <p188:pos x="5529088" y="326350"/>
    <p188:txBody>
      <a:bodyPr/>
      <a:lstStyle/>
      <a:p>
        <a:r>
          <a:rPr lang="en-GB"/>
          <a:t>Summary/ Conclusions first ! All th eoutcomes of your results - limitations maybe as well. And then the future work. </a:t>
        </a:r>
      </a:p>
    </p188:txBody>
  </p188:cm>
</p188:cmLst>
</file>

<file path=ppt/comments/modernComment_11D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0DC6260-72CE-4D0C-8D3E-D193C115B4FD}" authorId="{F909AFF7-4F51-FB9E-E8D8-BA43364D0210}" created="2026-07-27T16:11:03.39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5"/>
      <ac:spMk id="13" creationId="{00000000-0000-0000-0000-000000000000}"/>
      <ac:txMk cp="0" len="11">
        <ac:context len="12" hash="1755155403"/>
      </ac:txMk>
    </ac:txMkLst>
    <p188:pos x="6545526" y="323708"/>
    <p188:txBody>
      <a:bodyPr/>
      <a:lstStyle/>
      <a:p>
        <a:r>
          <a:rPr lang="en-GB"/>
          <a:t>?</a:t>
        </a:r>
      </a:p>
    </p188:txBody>
  </p188:cm>
</p188:cmLst>
</file>

<file path=ppt/comments/modernComment_11F_625F6E6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73A6BF-BE2A-4AB3-BDCD-E8C975C58120}" authorId="{F909AFF7-4F51-FB9E-E8D8-BA43364D0210}" created="2026-07-27T16:03:59.35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650421344" sldId="287"/>
      <ac:spMk id="2" creationId="{F39725FC-41A6-70DA-48D1-5F1EEAC07E47}"/>
      <ac:txMk cp="0" len="10">
        <ac:context len="11" hash="2882032315"/>
      </ac:txMk>
    </ac:txMkLst>
    <p188:pos x="5438633" y="557875"/>
    <p188:txBody>
      <a:bodyPr/>
      <a:lstStyle/>
      <a:p>
        <a:r>
          <a:rPr lang="en-GB"/>
          <a:t>Add the objectives of your project here and how you will tackle them - briefly - because it is not obvious from the research questions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8201A5-1FC8-465B-A8C2-E6B7CB734482}" authorId="{F909AFF7-4F51-FB9E-E8D8-BA43364D0210}" created="2026-07-27T16:02:08.89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12" creationId="{00000000-0000-0000-0000-000000000000}"/>
      <ac:txMk cp="0" len="17">
        <ac:context len="18" hash="3217496299"/>
      </ac:txMk>
    </ac:txMkLst>
    <p188:pos x="6075741" y="327833"/>
    <p188:txBody>
      <a:bodyPr/>
      <a:lstStyle/>
      <a:p>
        <a:r>
          <a:rPr lang="en-GB"/>
          <a:t>Add 2-3 references here at the end - and maybe highlight a bit more what has been done !</a:t>
        </a:r>
      </a:p>
    </p188:txBody>
  </p188:cm>
</p188:cmLst>
</file>

<file path=ppt/comments/modernComment_10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4DDEB96-39E1-48DD-87D9-612DC3F47D3F}" authorId="{F909AFF7-4F51-FB9E-E8D8-BA43364D0210}" created="2026-07-27T16:08:15.701">
    <pc:sldMkLst xmlns:pc="http://schemas.microsoft.com/office/powerpoint/2013/main/command">
      <pc:docMk/>
      <pc:sldMk cId="0" sldId="263"/>
    </pc:sldMkLst>
    <p188:txBody>
      <a:bodyPr/>
      <a:lstStyle/>
      <a:p>
        <a:r>
          <a:rPr lang="en-GB"/>
          <a:t>This slide is very silent - make the blocks bigger and use small icons or images in th diagram. Also you need somewhere to explain what you did … what is the VLA version you used .. A reference on th egithub repo or paper.. And more details as we discussed the other time. </a:t>
        </a:r>
      </a:p>
    </p188:txBody>
  </p188:cm>
</p188:cmLst>
</file>

<file path=ppt/comments/modernComment_11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D26ECE4-65F9-423D-B8EB-8556180D7456}" authorId="{F909AFF7-4F51-FB9E-E8D8-BA43364D0210}" created="2026-07-27T16:10:11.60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72"/>
      <ac:grpSpMk id="8" creationId="{00000000-0000-0000-0000-000000000000}"/>
    </ac:deMkLst>
    <p188:txBody>
      <a:bodyPr/>
      <a:lstStyle/>
      <a:p>
        <a:r>
          <a:rPr lang="en-GB"/>
          <a:t>In general you could adapt a bit the template to your project ☺️ And maybe think of using smaller fonts. 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Less than 10% of plastic is recycled. Robotic sorting could help,</a:t>
            </a:r>
          </a:p>
          <a:p>
            <a:r>
              <a:rPr lang="en-US"/>
              <a:t>but it has a blind spot. These are transparent PET bottles — the</a:t>
            </a:r>
          </a:p>
          <a:p>
            <a:r>
              <a:rPr lang="en-US"/>
              <a:t>single most common recyclable plastic. On the left, what the camera</a:t>
            </a:r>
          </a:p>
          <a:p>
            <a:r>
              <a:rPr lang="en-US"/>
              <a:t>sees. On the right, what the depth sensor sees. Black means zero —</a:t>
            </a:r>
          </a:p>
          <a:p>
            <a:r>
              <a:rPr lang="en-US"/>
              <a:t>the sensor returns nothing. The structured infrared light refracts</a:t>
            </a:r>
          </a:p>
          <a:p>
            <a:r>
              <a:rPr lang="en-US"/>
              <a:t>straight through the plastic. The robot doesn't know the object</a:t>
            </a:r>
          </a:p>
          <a:p>
            <a:r>
              <a:rPr lang="en-US"/>
              <a:t>exists in 3D space.</a:t>
            </a:r>
          </a:p>
          <a:p>
            <a:r>
              <a:rPr lang="en-US"/>
              <a:t>[Pause ]</a:t>
            </a:r>
          </a:p>
          <a:p>
            <a:endParaRPr lang="en-US"/>
          </a:p>
          <a:p>
            <a:r>
              <a:rPr lang="en-US"/>
              <a:t>"Every robotic manipulation pipeline I know of assumes functioning</a:t>
            </a:r>
          </a:p>
          <a:p>
            <a:r>
              <a:rPr lang="en-US"/>
              <a:t>depth. So how do you grasp something the sensor can't see?"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Classical sorting uses fixed rules per plastic type. A new yogurt</a:t>
            </a:r>
          </a:p>
          <a:p>
            <a:r>
              <a:rPr lang="en-US"/>
              <a:t>pot design means retraining from scratch. Vision-Language-Action</a:t>
            </a:r>
          </a:p>
          <a:p>
            <a:r>
              <a:rPr lang="en-US"/>
              <a:t>models offer something different — you can tell them what to do in</a:t>
            </a:r>
          </a:p>
          <a:p>
            <a:r>
              <a:rPr lang="en-US"/>
              <a:t>natural language. 'Pick up the clear bottle.' 'Sort the recyclable</a:t>
            </a:r>
          </a:p>
          <a:p>
            <a:r>
              <a:rPr lang="en-US"/>
              <a:t>items.' The model draws on internet-scale knowledge to recognise</a:t>
            </a:r>
          </a:p>
          <a:p>
            <a:r>
              <a:rPr lang="en-US"/>
              <a:t>objects it's never been trained on.</a:t>
            </a:r>
          </a:p>
          <a:p>
            <a:endParaRPr lang="en-US"/>
          </a:p>
          <a:p>
            <a:r>
              <a:rPr lang="en-US"/>
              <a:t>But — no one has tried this on transparent waste, and there's no</a:t>
            </a:r>
          </a:p>
          <a:p>
            <a:r>
              <a:rPr lang="en-US"/>
              <a:t>robot demonstration dataset to train on. That's what this project</a:t>
            </a:r>
          </a:p>
          <a:p>
            <a:r>
              <a:rPr lang="en-US"/>
              <a:t>investigates.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camera feeds two parallel paths. The RGB image goes to a</a:t>
            </a:r>
          </a:p>
          <a:p>
            <a:r>
              <a:rPr lang="en-US"/>
              <a:t>perception network that predicts surface normals and a segmentation</a:t>
            </a:r>
          </a:p>
          <a:p>
            <a:r>
              <a:rPr lang="en-US"/>
              <a:t>mask — essentially, where is the transparent object and what shape</a:t>
            </a:r>
          </a:p>
          <a:p>
            <a:r>
              <a:rPr lang="en-US"/>
              <a:t>is its surface. Those predictions feed a depth solver that fills</a:t>
            </a:r>
          </a:p>
          <a:p>
            <a:r>
              <a:rPr lang="en-US"/>
              <a:t>in the missing depth measurements.</a:t>
            </a:r>
          </a:p>
          <a:p>
            <a:endParaRPr lang="en-US"/>
          </a:p>
          <a:p>
            <a:r>
              <a:rPr lang="en-US"/>
              <a:t>Simultaneously, the same RGB image goes to OpenVLA — a 7-billion</a:t>
            </a:r>
          </a:p>
          <a:p>
            <a:r>
              <a:rPr lang="en-US"/>
              <a:t>parameter model fine-tuned with LoRA — which reads a language</a:t>
            </a:r>
          </a:p>
          <a:p>
            <a:r>
              <a:rPr lang="en-US"/>
              <a:t>instruction and outputs a 2D grasp target as discrete tokens.</a:t>
            </a:r>
          </a:p>
          <a:p>
            <a:endParaRPr lang="en-US"/>
          </a:p>
          <a:p>
            <a:r>
              <a:rPr lang="en-US"/>
              <a:t>The coordinate bridge combines the 2D target with the repaired</a:t>
            </a:r>
          </a:p>
          <a:p>
            <a:r>
              <a:rPr lang="en-US"/>
              <a:t>depth to get a 3D position in millimetres.</a:t>
            </a:r>
          </a:p>
          <a:p>
            <a:endParaRPr lang="en-US"/>
          </a:p>
          <a:p>
            <a:r>
              <a:rPr lang="en-US"/>
              <a:t>Everything in green is conceptual — I didn't have robot access.</a:t>
            </a:r>
          </a:p>
          <a:p>
            <a:r>
              <a:rPr lang="en-US"/>
              <a:t>The evaluation is on the blue and orange paths.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camera feeds two parallel paths. The RGB image goes to a</a:t>
            </a:r>
          </a:p>
          <a:p>
            <a:r>
              <a:rPr lang="en-US"/>
              <a:t>perception network that predicts surface normals and a segmentation</a:t>
            </a:r>
          </a:p>
          <a:p>
            <a:r>
              <a:rPr lang="en-US"/>
              <a:t>mask — essentially, where is the transparent object and what shape</a:t>
            </a:r>
          </a:p>
          <a:p>
            <a:r>
              <a:rPr lang="en-US"/>
              <a:t>is its surface. Those predictions feed a depth solver that fills</a:t>
            </a:r>
          </a:p>
          <a:p>
            <a:r>
              <a:rPr lang="en-US"/>
              <a:t>in the missing depth measurements.</a:t>
            </a:r>
          </a:p>
          <a:p>
            <a:endParaRPr lang="en-US"/>
          </a:p>
          <a:p>
            <a:r>
              <a:rPr lang="en-US"/>
              <a:t>Simultaneously, the same RGB image goes to OpenVLA — a 7-billion</a:t>
            </a:r>
          </a:p>
          <a:p>
            <a:r>
              <a:rPr lang="en-US"/>
              <a:t>parameter model fine-tuned with LoRA — which reads a language</a:t>
            </a:r>
          </a:p>
          <a:p>
            <a:r>
              <a:rPr lang="en-US"/>
              <a:t>instruction and outputs a 2D grasp target as discrete tokens.</a:t>
            </a:r>
          </a:p>
          <a:p>
            <a:endParaRPr lang="en-US"/>
          </a:p>
          <a:p>
            <a:r>
              <a:rPr lang="en-US"/>
              <a:t>The coordinate bridge combines the 2D target with the repaired</a:t>
            </a:r>
          </a:p>
          <a:p>
            <a:r>
              <a:rPr lang="en-US"/>
              <a:t>depth to get a 3D position in millimetres.</a:t>
            </a:r>
          </a:p>
          <a:p>
            <a:endParaRPr lang="en-US"/>
          </a:p>
          <a:p>
            <a:r>
              <a:rPr lang="en-US"/>
              <a:t>Everything in green is conceptual — I didn't have robot access.</a:t>
            </a:r>
          </a:p>
          <a:p>
            <a:r>
              <a:rPr lang="en-US"/>
              <a:t>The evaluation is on the blue and orange paths.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Less than 10% of plastic is recycled. Robotic sorting could help,</a:t>
            </a:r>
          </a:p>
          <a:p>
            <a:r>
              <a:rPr lang="en-US"/>
              <a:t>but it has a blind spot. These are transparent PET bottles — the</a:t>
            </a:r>
          </a:p>
          <a:p>
            <a:r>
              <a:rPr lang="en-US"/>
              <a:t>single most common recyclable plastic. On the left, what the camera</a:t>
            </a:r>
          </a:p>
          <a:p>
            <a:r>
              <a:rPr lang="en-US"/>
              <a:t>sees. On the right, what the depth sensor sees. Black means zero —</a:t>
            </a:r>
          </a:p>
          <a:p>
            <a:r>
              <a:rPr lang="en-US"/>
              <a:t>the sensor returns nothing. The structured infrared light refracts</a:t>
            </a:r>
          </a:p>
          <a:p>
            <a:r>
              <a:rPr lang="en-US"/>
              <a:t>straight through the plastic. The robot doesn't know the object</a:t>
            </a:r>
          </a:p>
          <a:p>
            <a:r>
              <a:rPr lang="en-US"/>
              <a:t>exists in 3D space.</a:t>
            </a:r>
          </a:p>
          <a:p>
            <a:r>
              <a:rPr lang="en-US"/>
              <a:t>[Pause ]</a:t>
            </a:r>
          </a:p>
          <a:p>
            <a:endParaRPr lang="en-US"/>
          </a:p>
          <a:p>
            <a:r>
              <a:rPr lang="en-US"/>
              <a:t>"Every robotic manipulation pipeline I know of assumes functioning</a:t>
            </a:r>
          </a:p>
          <a:p>
            <a:r>
              <a:rPr lang="en-US"/>
              <a:t>depth. So how do you grasp something the sensor can't see?"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Less than 10% of plastic is recycled. Robotic sorting could help,</a:t>
            </a:r>
          </a:p>
          <a:p>
            <a:r>
              <a:rPr lang="en-US"/>
              <a:t>but it has a blind spot. These are transparent PET bottles — the</a:t>
            </a:r>
          </a:p>
          <a:p>
            <a:r>
              <a:rPr lang="en-US"/>
              <a:t>single most common recyclable plastic. On the left, what the camera</a:t>
            </a:r>
          </a:p>
          <a:p>
            <a:r>
              <a:rPr lang="en-US"/>
              <a:t>sees. On the right, what the depth sensor sees. Black means zero —</a:t>
            </a:r>
          </a:p>
          <a:p>
            <a:r>
              <a:rPr lang="en-US"/>
              <a:t>the sensor returns nothing. The structured infrared light refracts</a:t>
            </a:r>
          </a:p>
          <a:p>
            <a:r>
              <a:rPr lang="en-US"/>
              <a:t>straight through the plastic. The robot doesn't know the object</a:t>
            </a:r>
          </a:p>
          <a:p>
            <a:r>
              <a:rPr lang="en-US"/>
              <a:t>exists in 3D space.</a:t>
            </a:r>
          </a:p>
          <a:p>
            <a:r>
              <a:rPr lang="en-US"/>
              <a:t>[Pause ]</a:t>
            </a:r>
          </a:p>
          <a:p>
            <a:endParaRPr lang="en-US"/>
          </a:p>
          <a:p>
            <a:r>
              <a:rPr lang="en-US"/>
              <a:t>"Every robotic manipulation pipeline I know of assumes functioning</a:t>
            </a:r>
          </a:p>
          <a:p>
            <a:r>
              <a:rPr lang="en-US"/>
              <a:t>depth. So how do you grasp something the sensor can't see?"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microsoft.com/office/2018/10/relationships/comments" Target="../comments/modernComment_102_0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1F_625F6E60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microsoft.com/office/2018/10/relationships/comments" Target="../comments/modernComment_110_0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openxmlformats.org/officeDocument/2006/relationships/image" Target="../media/image21.svg"/><Relationship Id="rId7" Type="http://schemas.openxmlformats.org/officeDocument/2006/relationships/image" Target="../media/image25.jpe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10" Type="http://schemas.openxmlformats.org/officeDocument/2006/relationships/image" Target="../media/image28.png"/><Relationship Id="rId4" Type="http://schemas.openxmlformats.org/officeDocument/2006/relationships/image" Target="../media/image22.jpeg"/><Relationship Id="rId9" Type="http://schemas.openxmlformats.org/officeDocument/2006/relationships/image" Target="../media/image27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7" Type="http://schemas.openxmlformats.org/officeDocument/2006/relationships/image" Target="../media/image35.jpeg"/><Relationship Id="rId2" Type="http://schemas.openxmlformats.org/officeDocument/2006/relationships/image" Target="../media/image30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13" Type="http://schemas.openxmlformats.org/officeDocument/2006/relationships/image" Target="../media/image48.svg"/><Relationship Id="rId3" Type="http://schemas.openxmlformats.org/officeDocument/2006/relationships/image" Target="../media/image38.svg"/><Relationship Id="rId7" Type="http://schemas.openxmlformats.org/officeDocument/2006/relationships/image" Target="../media/image42.jpeg"/><Relationship Id="rId12" Type="http://schemas.openxmlformats.org/officeDocument/2006/relationships/image" Target="../media/image47.sv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jpeg"/><Relationship Id="rId11" Type="http://schemas.openxmlformats.org/officeDocument/2006/relationships/image" Target="../media/image46.jpeg"/><Relationship Id="rId5" Type="http://schemas.openxmlformats.org/officeDocument/2006/relationships/image" Target="../media/image40.svg"/><Relationship Id="rId10" Type="http://schemas.openxmlformats.org/officeDocument/2006/relationships/image" Target="../media/image45.jpeg"/><Relationship Id="rId4" Type="http://schemas.openxmlformats.org/officeDocument/2006/relationships/image" Target="../media/image39.svg"/><Relationship Id="rId9" Type="http://schemas.openxmlformats.org/officeDocument/2006/relationships/image" Target="../media/image44.jpeg"/><Relationship Id="rId14" Type="http://schemas.openxmlformats.org/officeDocument/2006/relationships/image" Target="../media/image49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jpeg"/><Relationship Id="rId13" Type="http://schemas.openxmlformats.org/officeDocument/2006/relationships/image" Target="../media/image62.jpeg"/><Relationship Id="rId18" Type="http://schemas.openxmlformats.org/officeDocument/2006/relationships/image" Target="../media/image67.jpeg"/><Relationship Id="rId3" Type="http://schemas.openxmlformats.org/officeDocument/2006/relationships/image" Target="../media/image52.svg"/><Relationship Id="rId21" Type="http://schemas.openxmlformats.org/officeDocument/2006/relationships/image" Target="../media/image70.svg"/><Relationship Id="rId7" Type="http://schemas.openxmlformats.org/officeDocument/2006/relationships/image" Target="../media/image56.jpeg"/><Relationship Id="rId12" Type="http://schemas.openxmlformats.org/officeDocument/2006/relationships/image" Target="../media/image61.jpeg"/><Relationship Id="rId17" Type="http://schemas.openxmlformats.org/officeDocument/2006/relationships/image" Target="../media/image66.jpe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65.jpeg"/><Relationship Id="rId20" Type="http://schemas.openxmlformats.org/officeDocument/2006/relationships/image" Target="../media/image6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jpeg"/><Relationship Id="rId11" Type="http://schemas.openxmlformats.org/officeDocument/2006/relationships/image" Target="../media/image60.jpeg"/><Relationship Id="rId5" Type="http://schemas.openxmlformats.org/officeDocument/2006/relationships/image" Target="../media/image54.jpeg"/><Relationship Id="rId15" Type="http://schemas.openxmlformats.org/officeDocument/2006/relationships/image" Target="../media/image64.jpeg"/><Relationship Id="rId10" Type="http://schemas.openxmlformats.org/officeDocument/2006/relationships/image" Target="../media/image59.jpeg"/><Relationship Id="rId19" Type="http://schemas.openxmlformats.org/officeDocument/2006/relationships/image" Target="../media/image68.jpeg"/><Relationship Id="rId4" Type="http://schemas.openxmlformats.org/officeDocument/2006/relationships/image" Target="../media/image53.svg"/><Relationship Id="rId9" Type="http://schemas.openxmlformats.org/officeDocument/2006/relationships/image" Target="../media/image58.jpeg"/><Relationship Id="rId14" Type="http://schemas.openxmlformats.org/officeDocument/2006/relationships/image" Target="../media/image63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C_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D_0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634"/>
            <a:ext cx="341587" cy="3700274"/>
            <a:chOff x="0" y="0"/>
            <a:chExt cx="89965" cy="974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71BD7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53871" y="1000125"/>
            <a:ext cx="14132819" cy="32226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536"/>
              </a:lnSpc>
            </a:pPr>
            <a:r>
              <a:rPr lang="en-US" sz="6884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</a:t>
            </a:r>
            <a:r>
              <a:rPr lang="en-US" sz="6884" b="1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ISION-LANGUAGE-ACTION MODELS FOR TRANSPARENT PLASTIC WASTE SORTING</a:t>
            </a:r>
          </a:p>
        </p:txBody>
      </p:sp>
      <p:grpSp>
        <p:nvGrpSpPr>
          <p:cNvPr id="6" name="Group 6"/>
          <p:cNvGrpSpPr/>
          <p:nvPr/>
        </p:nvGrpSpPr>
        <p:grpSpPr>
          <a:xfrm rot="-5400000">
            <a:off x="8704961" y="-2175913"/>
            <a:ext cx="47625" cy="12749806"/>
            <a:chOff x="0" y="0"/>
            <a:chExt cx="12543" cy="33579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43" cy="3357974"/>
            </a:xfrm>
            <a:custGeom>
              <a:avLst/>
              <a:gdLst/>
              <a:ahLst/>
              <a:cxnLst/>
              <a:rect l="l" t="t" r="r" b="b"/>
              <a:pathLst>
                <a:path w="12543" h="3357974">
                  <a:moveTo>
                    <a:pt x="0" y="0"/>
                  </a:moveTo>
                  <a:lnTo>
                    <a:pt x="12543" y="0"/>
                  </a:lnTo>
                  <a:lnTo>
                    <a:pt x="12543" y="3357974"/>
                  </a:lnTo>
                  <a:lnTo>
                    <a:pt x="0" y="3357974"/>
                  </a:lnTo>
                  <a:close/>
                </a:path>
              </a:pathLst>
            </a:custGeom>
            <a:solidFill>
              <a:srgbClr val="71BD7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543" cy="33960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6184901"/>
            <a:ext cx="4640402" cy="30733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34363A"/>
                </a:solidFill>
                <a:latin typeface="Open Sans"/>
                <a:ea typeface="Open Sans"/>
                <a:cs typeface="Open Sans"/>
                <a:sym typeface="Open Sans"/>
              </a:rPr>
              <a:t>Méa Vittot 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34363A"/>
                </a:solidFill>
                <a:latin typeface="Open Sans"/>
                <a:ea typeface="Open Sans"/>
                <a:cs typeface="Open Sans"/>
                <a:sym typeface="Open Sans"/>
              </a:rPr>
              <a:t>MSc Robotics 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34363A"/>
                </a:solidFill>
                <a:latin typeface="Open Sans"/>
                <a:ea typeface="Open Sans"/>
                <a:cs typeface="Open Sans"/>
                <a:sym typeface="Open Sans"/>
              </a:rPr>
              <a:t>Heriot-Watt University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34363A"/>
                </a:solidFill>
                <a:latin typeface="Open Sans"/>
                <a:ea typeface="Open Sans"/>
                <a:cs typeface="Open Sans"/>
                <a:sym typeface="Open Sans"/>
              </a:rPr>
              <a:t>Supervisor: Dr. Maria Koskinopoulou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08403" y="632460"/>
            <a:ext cx="3050897" cy="396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363A"/>
                </a:solidFill>
                <a:latin typeface="Open Sans"/>
                <a:ea typeface="Open Sans"/>
                <a:cs typeface="Open Sans"/>
                <a:sym typeface="Open Sans"/>
              </a:rPr>
              <a:t>August  2026</a:t>
            </a:r>
          </a:p>
        </p:txBody>
      </p:sp>
      <p:sp>
        <p:nvSpPr>
          <p:cNvPr id="11" name="Freeform 11"/>
          <p:cNvSpPr/>
          <p:nvPr/>
        </p:nvSpPr>
        <p:spPr>
          <a:xfrm>
            <a:off x="8816611" y="4396300"/>
            <a:ext cx="8442689" cy="4862000"/>
          </a:xfrm>
          <a:custGeom>
            <a:avLst/>
            <a:gdLst/>
            <a:ahLst/>
            <a:cxnLst/>
            <a:rect l="l" t="t" r="r" b="b"/>
            <a:pathLst>
              <a:path w="8442689" h="4862000">
                <a:moveTo>
                  <a:pt x="0" y="0"/>
                </a:moveTo>
                <a:lnTo>
                  <a:pt x="8442689" y="0"/>
                </a:lnTo>
                <a:lnTo>
                  <a:pt x="8442689" y="4862000"/>
                </a:lnTo>
                <a:lnTo>
                  <a:pt x="0" y="486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091" b="-8091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12948053" y="9477375"/>
            <a:ext cx="4311247" cy="323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45"/>
              </a:lnSpc>
              <a:spcBef>
                <a:spcPct val="0"/>
              </a:spcBef>
            </a:pPr>
            <a:r>
              <a:rPr lang="en-US" sz="188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From roboticsbiz.com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1770115" y="-139772"/>
            <a:ext cx="47625" cy="6448421"/>
            <a:chOff x="0" y="0"/>
            <a:chExt cx="12543" cy="1698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1698350"/>
            </a:xfrm>
            <a:custGeom>
              <a:avLst/>
              <a:gdLst/>
              <a:ahLst/>
              <a:cxnLst/>
              <a:rect l="l" t="t" r="r" b="b"/>
              <a:pathLst>
                <a:path w="12543" h="1698350">
                  <a:moveTo>
                    <a:pt x="0" y="0"/>
                  </a:moveTo>
                  <a:lnTo>
                    <a:pt x="12543" y="0"/>
                  </a:lnTo>
                  <a:lnTo>
                    <a:pt x="12543" y="1698350"/>
                  </a:lnTo>
                  <a:lnTo>
                    <a:pt x="0" y="1698350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1736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85043" y="8494926"/>
            <a:ext cx="3889119" cy="743980"/>
            <a:chOff x="0" y="0"/>
            <a:chExt cx="1024295" cy="1959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95945"/>
            </a:xfrm>
            <a:custGeom>
              <a:avLst/>
              <a:gdLst/>
              <a:ahLst/>
              <a:cxnLst/>
              <a:rect l="l" t="t" r="r" b="b"/>
              <a:pathLst>
                <a:path w="1024295" h="195945">
                  <a:moveTo>
                    <a:pt x="0" y="0"/>
                  </a:moveTo>
                  <a:lnTo>
                    <a:pt x="1024295" y="0"/>
                  </a:lnTo>
                  <a:lnTo>
                    <a:pt x="1024295" y="195945"/>
                  </a:lnTo>
                  <a:lnTo>
                    <a:pt x="0" y="195945"/>
                  </a:lnTo>
                  <a:close/>
                </a:path>
              </a:pathLst>
            </a:custGeom>
            <a:solidFill>
              <a:srgbClr val="71BD7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234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98798" y="8494926"/>
            <a:ext cx="3889119" cy="743980"/>
            <a:chOff x="0" y="0"/>
            <a:chExt cx="1024295" cy="1959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4295" cy="195945"/>
            </a:xfrm>
            <a:custGeom>
              <a:avLst/>
              <a:gdLst/>
              <a:ahLst/>
              <a:cxnLst/>
              <a:rect l="l" t="t" r="r" b="b"/>
              <a:pathLst>
                <a:path w="1024295" h="195945">
                  <a:moveTo>
                    <a:pt x="0" y="0"/>
                  </a:moveTo>
                  <a:lnTo>
                    <a:pt x="1024295" y="0"/>
                  </a:lnTo>
                  <a:lnTo>
                    <a:pt x="1024295" y="195945"/>
                  </a:lnTo>
                  <a:lnTo>
                    <a:pt x="0" y="195945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4295" cy="234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149796"/>
            <a:ext cx="6340971" cy="3566796"/>
          </a:xfrm>
          <a:custGeom>
            <a:avLst/>
            <a:gdLst/>
            <a:ahLst/>
            <a:cxnLst/>
            <a:rect l="l" t="t" r="r" b="b"/>
            <a:pathLst>
              <a:path w="6340971" h="3566796">
                <a:moveTo>
                  <a:pt x="0" y="0"/>
                </a:moveTo>
                <a:lnTo>
                  <a:pt x="6340971" y="0"/>
                </a:lnTo>
                <a:lnTo>
                  <a:pt x="6340971" y="3566796"/>
                </a:lnTo>
                <a:lnTo>
                  <a:pt x="0" y="3566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8459867" y="1707166"/>
            <a:ext cx="7970866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PROBLEM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459867" y="3322649"/>
            <a:ext cx="7720305" cy="1747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Transparent plastics break depth sensors; no robot demonstration data exists for this domain.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08403" y="632460"/>
            <a:ext cx="3050897" cy="39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363A"/>
                </a:solidFill>
                <a:latin typeface="Open Sans"/>
                <a:ea typeface="Open Sans"/>
                <a:cs typeface="Open Sans"/>
                <a:sym typeface="Open Sans"/>
              </a:rPr>
              <a:t>Fauget I 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5031871"/>
            <a:ext cx="334069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From www.boschrexroth.com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17138" y="6380778"/>
            <a:ext cx="7720305" cy="623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The sensor sees nothing.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1027539" y="-629620"/>
            <a:ext cx="47625" cy="7150438"/>
            <a:chOff x="0" y="0"/>
            <a:chExt cx="12543" cy="18832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1883243"/>
            </a:xfrm>
            <a:custGeom>
              <a:avLst/>
              <a:gdLst/>
              <a:ahLst/>
              <a:cxnLst/>
              <a:rect l="l" t="t" r="r" b="b"/>
              <a:pathLst>
                <a:path w="12543" h="1883243">
                  <a:moveTo>
                    <a:pt x="0" y="0"/>
                  </a:moveTo>
                  <a:lnTo>
                    <a:pt x="12543" y="0"/>
                  </a:lnTo>
                  <a:lnTo>
                    <a:pt x="12543" y="1883243"/>
                  </a:lnTo>
                  <a:lnTo>
                    <a:pt x="0" y="188324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1921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06602" y="1028700"/>
            <a:ext cx="3889119" cy="564910"/>
            <a:chOff x="0" y="0"/>
            <a:chExt cx="1024295" cy="1487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679642" y="1028700"/>
            <a:ext cx="3889119" cy="564910"/>
            <a:chOff x="0" y="0"/>
            <a:chExt cx="1024295" cy="1487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355833" y="3252900"/>
            <a:ext cx="15576335" cy="6536498"/>
          </a:xfrm>
          <a:custGeom>
            <a:avLst/>
            <a:gdLst/>
            <a:ahLst/>
            <a:cxnLst/>
            <a:rect l="l" t="t" r="r" b="b"/>
            <a:pathLst>
              <a:path w="15576335" h="6536498">
                <a:moveTo>
                  <a:pt x="0" y="0"/>
                </a:moveTo>
                <a:lnTo>
                  <a:pt x="15576334" y="0"/>
                </a:lnTo>
                <a:lnTo>
                  <a:pt x="15576334" y="6536498"/>
                </a:lnTo>
                <a:lnTo>
                  <a:pt x="0" y="65364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7363168" y="641985"/>
            <a:ext cx="7376366" cy="199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STATE OF THE ART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03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24116" y="3186181"/>
            <a:ext cx="8854234" cy="5848056"/>
            <a:chOff x="0" y="0"/>
            <a:chExt cx="2331979" cy="15402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31979" cy="1540229"/>
            </a:xfrm>
            <a:custGeom>
              <a:avLst/>
              <a:gdLst/>
              <a:ahLst/>
              <a:cxnLst/>
              <a:rect l="l" t="t" r="r" b="b"/>
              <a:pathLst>
                <a:path w="2331979" h="1540229">
                  <a:moveTo>
                    <a:pt x="0" y="0"/>
                  </a:moveTo>
                  <a:lnTo>
                    <a:pt x="2331979" y="0"/>
                  </a:lnTo>
                  <a:lnTo>
                    <a:pt x="2331979" y="1540229"/>
                  </a:lnTo>
                  <a:lnTo>
                    <a:pt x="0" y="1540229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31979" cy="1578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3788159" y="378618"/>
            <a:ext cx="48103" cy="5567022"/>
            <a:chOff x="0" y="0"/>
            <a:chExt cx="12669" cy="14662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69" cy="1466211"/>
            </a:xfrm>
            <a:custGeom>
              <a:avLst/>
              <a:gdLst/>
              <a:ahLst/>
              <a:cxnLst/>
              <a:rect l="l" t="t" r="r" b="b"/>
              <a:pathLst>
                <a:path w="12669" h="1466211">
                  <a:moveTo>
                    <a:pt x="0" y="0"/>
                  </a:moveTo>
                  <a:lnTo>
                    <a:pt x="12669" y="0"/>
                  </a:lnTo>
                  <a:lnTo>
                    <a:pt x="12669" y="1466211"/>
                  </a:lnTo>
                  <a:lnTo>
                    <a:pt x="0" y="1466211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669" cy="15043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06602" y="1028700"/>
            <a:ext cx="3889119" cy="564910"/>
            <a:chOff x="0" y="0"/>
            <a:chExt cx="1024295" cy="1487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679642" y="1028700"/>
            <a:ext cx="3889119" cy="564910"/>
            <a:chOff x="0" y="0"/>
            <a:chExt cx="1024295" cy="1487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8659404" y="4101604"/>
            <a:ext cx="8311697" cy="4370344"/>
          </a:xfrm>
          <a:custGeom>
            <a:avLst/>
            <a:gdLst/>
            <a:ahLst/>
            <a:cxnLst/>
            <a:rect l="l" t="t" r="r" b="b"/>
            <a:pathLst>
              <a:path w="8311697" h="4370344">
                <a:moveTo>
                  <a:pt x="0" y="0"/>
                </a:moveTo>
                <a:lnTo>
                  <a:pt x="8311697" y="0"/>
                </a:lnTo>
                <a:lnTo>
                  <a:pt x="8311697" y="4370344"/>
                </a:lnTo>
                <a:lnTo>
                  <a:pt x="0" y="4370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Freeform 15"/>
          <p:cNvSpPr/>
          <p:nvPr/>
        </p:nvSpPr>
        <p:spPr>
          <a:xfrm>
            <a:off x="1028700" y="4100756"/>
            <a:ext cx="6592583" cy="4885378"/>
          </a:xfrm>
          <a:custGeom>
            <a:avLst/>
            <a:gdLst/>
            <a:ahLst/>
            <a:cxnLst/>
            <a:rect l="l" t="t" r="r" b="b"/>
            <a:pathLst>
              <a:path w="6592583" h="4885378">
                <a:moveTo>
                  <a:pt x="0" y="0"/>
                </a:moveTo>
                <a:lnTo>
                  <a:pt x="6592583" y="0"/>
                </a:lnTo>
                <a:lnTo>
                  <a:pt x="6592583" y="4885378"/>
                </a:lnTo>
                <a:lnTo>
                  <a:pt x="0" y="48853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457" r="-1628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TextBox 16"/>
          <p:cNvSpPr txBox="1"/>
          <p:nvPr/>
        </p:nvSpPr>
        <p:spPr>
          <a:xfrm>
            <a:off x="8659404" y="8519573"/>
            <a:ext cx="7111122" cy="440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180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from openvla.github.io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1980598"/>
            <a:ext cx="14705151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WHY A VLA? WHY LANGUAGE?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424116" y="3197393"/>
            <a:ext cx="9208708" cy="61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250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A VLA can interact with a person not just match templates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3216415"/>
            <a:ext cx="7111122" cy="61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0"/>
              </a:lnSpc>
            </a:pPr>
            <a:r>
              <a:rPr lang="en-US" sz="250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Waste sorting needs semantic flexibility</a:t>
            </a:r>
          </a:p>
        </p:txBody>
      </p:sp>
      <p:sp>
        <p:nvSpPr>
          <p:cNvPr id="21" name="AutoShape 21"/>
          <p:cNvSpPr/>
          <p:nvPr/>
        </p:nvSpPr>
        <p:spPr>
          <a:xfrm>
            <a:off x="7621283" y="3624418"/>
            <a:ext cx="4604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0815105" y="-273741"/>
            <a:ext cx="47625" cy="7150438"/>
            <a:chOff x="0" y="0"/>
            <a:chExt cx="12543" cy="18832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1883243"/>
            </a:xfrm>
            <a:custGeom>
              <a:avLst/>
              <a:gdLst/>
              <a:ahLst/>
              <a:cxnLst/>
              <a:rect l="l" t="t" r="r" b="b"/>
              <a:pathLst>
                <a:path w="12543" h="1883243">
                  <a:moveTo>
                    <a:pt x="0" y="0"/>
                  </a:moveTo>
                  <a:lnTo>
                    <a:pt x="12543" y="0"/>
                  </a:lnTo>
                  <a:lnTo>
                    <a:pt x="12543" y="1883243"/>
                  </a:lnTo>
                  <a:lnTo>
                    <a:pt x="0" y="188324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1921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706602" y="1028700"/>
            <a:ext cx="3889119" cy="564910"/>
            <a:chOff x="0" y="0"/>
            <a:chExt cx="1024295" cy="1487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679642" y="1028700"/>
            <a:ext cx="3889119" cy="564910"/>
            <a:chOff x="0" y="0"/>
            <a:chExt cx="1024295" cy="1487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3611040"/>
            <a:ext cx="16268888" cy="5708382"/>
          </a:xfrm>
          <a:custGeom>
            <a:avLst/>
            <a:gdLst/>
            <a:ahLst/>
            <a:cxnLst/>
            <a:rect l="l" t="t" r="r" b="b"/>
            <a:pathLst>
              <a:path w="16268888" h="5708382">
                <a:moveTo>
                  <a:pt x="0" y="0"/>
                </a:moveTo>
                <a:lnTo>
                  <a:pt x="16268888" y="0"/>
                </a:lnTo>
                <a:lnTo>
                  <a:pt x="16268888" y="5708382"/>
                </a:lnTo>
                <a:lnTo>
                  <a:pt x="0" y="57083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7263698" y="1000125"/>
            <a:ext cx="7376366" cy="199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STATE OF THE ART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888424" cy="10287000"/>
            <a:chOff x="0" y="0"/>
            <a:chExt cx="1814235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14235" cy="2709333"/>
            </a:xfrm>
            <a:custGeom>
              <a:avLst/>
              <a:gdLst/>
              <a:ahLst/>
              <a:cxnLst/>
              <a:rect l="l" t="t" r="r" b="b"/>
              <a:pathLst>
                <a:path w="1814235" h="2709333">
                  <a:moveTo>
                    <a:pt x="0" y="0"/>
                  </a:moveTo>
                  <a:lnTo>
                    <a:pt x="1814235" y="0"/>
                  </a:lnTo>
                  <a:lnTo>
                    <a:pt x="181423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814235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3062288" y="2670500"/>
            <a:ext cx="47625" cy="4050380"/>
            <a:chOff x="0" y="0"/>
            <a:chExt cx="12543" cy="10667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43" cy="1066767"/>
            </a:xfrm>
            <a:custGeom>
              <a:avLst/>
              <a:gdLst/>
              <a:ahLst/>
              <a:cxnLst/>
              <a:rect l="l" t="t" r="r" b="b"/>
              <a:pathLst>
                <a:path w="12543" h="1066767">
                  <a:moveTo>
                    <a:pt x="0" y="0"/>
                  </a:moveTo>
                  <a:lnTo>
                    <a:pt x="12543" y="0"/>
                  </a:lnTo>
                  <a:lnTo>
                    <a:pt x="12543" y="1066767"/>
                  </a:lnTo>
                  <a:lnTo>
                    <a:pt x="0" y="1066767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543" cy="1104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60910" y="1307128"/>
            <a:ext cx="5527346" cy="299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AIM &amp; RESEARCH QUESTIONS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06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464950" y="1695450"/>
            <a:ext cx="1374639" cy="1358099"/>
            <a:chOff x="0" y="0"/>
            <a:chExt cx="822699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22699" cy="812800"/>
            </a:xfrm>
            <a:custGeom>
              <a:avLst/>
              <a:gdLst/>
              <a:ahLst/>
              <a:cxnLst/>
              <a:rect l="l" t="t" r="r" b="b"/>
              <a:pathLst>
                <a:path w="822699" h="812800">
                  <a:moveTo>
                    <a:pt x="411349" y="0"/>
                  </a:moveTo>
                  <a:cubicBezTo>
                    <a:pt x="184167" y="0"/>
                    <a:pt x="0" y="181951"/>
                    <a:pt x="0" y="406400"/>
                  </a:cubicBezTo>
                  <a:cubicBezTo>
                    <a:pt x="0" y="630849"/>
                    <a:pt x="184167" y="812800"/>
                    <a:pt x="411349" y="812800"/>
                  </a:cubicBezTo>
                  <a:cubicBezTo>
                    <a:pt x="638531" y="812800"/>
                    <a:pt x="822699" y="630849"/>
                    <a:pt x="822699" y="406400"/>
                  </a:cubicBezTo>
                  <a:cubicBezTo>
                    <a:pt x="822699" y="181951"/>
                    <a:pt x="638531" y="0"/>
                    <a:pt x="411349" y="0"/>
                  </a:cubicBez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128" y="38100"/>
              <a:ext cx="668443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464950" y="3471000"/>
            <a:ext cx="1374639" cy="1358099"/>
            <a:chOff x="0" y="0"/>
            <a:chExt cx="822699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22699" cy="812800"/>
            </a:xfrm>
            <a:custGeom>
              <a:avLst/>
              <a:gdLst/>
              <a:ahLst/>
              <a:cxnLst/>
              <a:rect l="l" t="t" r="r" b="b"/>
              <a:pathLst>
                <a:path w="822699" h="812800">
                  <a:moveTo>
                    <a:pt x="411349" y="0"/>
                  </a:moveTo>
                  <a:cubicBezTo>
                    <a:pt x="184167" y="0"/>
                    <a:pt x="0" y="181951"/>
                    <a:pt x="0" y="406400"/>
                  </a:cubicBezTo>
                  <a:cubicBezTo>
                    <a:pt x="0" y="630849"/>
                    <a:pt x="184167" y="812800"/>
                    <a:pt x="411349" y="812800"/>
                  </a:cubicBezTo>
                  <a:cubicBezTo>
                    <a:pt x="638531" y="812800"/>
                    <a:pt x="822699" y="630849"/>
                    <a:pt x="822699" y="406400"/>
                  </a:cubicBezTo>
                  <a:cubicBezTo>
                    <a:pt x="822699" y="181951"/>
                    <a:pt x="638531" y="0"/>
                    <a:pt x="411349" y="0"/>
                  </a:cubicBezTo>
                  <a:close/>
                </a:path>
              </a:pathLst>
            </a:custGeom>
            <a:solidFill>
              <a:srgbClr val="78908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128" y="38100"/>
              <a:ext cx="668443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464950" y="5248199"/>
            <a:ext cx="1374639" cy="1358099"/>
            <a:chOff x="0" y="0"/>
            <a:chExt cx="822699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22699" cy="812800"/>
            </a:xfrm>
            <a:custGeom>
              <a:avLst/>
              <a:gdLst/>
              <a:ahLst/>
              <a:cxnLst/>
              <a:rect l="l" t="t" r="r" b="b"/>
              <a:pathLst>
                <a:path w="822699" h="812800">
                  <a:moveTo>
                    <a:pt x="411349" y="0"/>
                  </a:moveTo>
                  <a:cubicBezTo>
                    <a:pt x="184167" y="0"/>
                    <a:pt x="0" y="181951"/>
                    <a:pt x="0" y="406400"/>
                  </a:cubicBezTo>
                  <a:cubicBezTo>
                    <a:pt x="0" y="630849"/>
                    <a:pt x="184167" y="812800"/>
                    <a:pt x="411349" y="812800"/>
                  </a:cubicBezTo>
                  <a:cubicBezTo>
                    <a:pt x="638531" y="812800"/>
                    <a:pt x="822699" y="630849"/>
                    <a:pt x="822699" y="406400"/>
                  </a:cubicBezTo>
                  <a:cubicBezTo>
                    <a:pt x="822699" y="181951"/>
                    <a:pt x="638531" y="0"/>
                    <a:pt x="411349" y="0"/>
                  </a:cubicBez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128" y="38100"/>
              <a:ext cx="668443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64950" y="7025398"/>
            <a:ext cx="1374639" cy="1358099"/>
            <a:chOff x="0" y="0"/>
            <a:chExt cx="822699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22699" cy="812800"/>
            </a:xfrm>
            <a:custGeom>
              <a:avLst/>
              <a:gdLst/>
              <a:ahLst/>
              <a:cxnLst/>
              <a:rect l="l" t="t" r="r" b="b"/>
              <a:pathLst>
                <a:path w="822699" h="812800">
                  <a:moveTo>
                    <a:pt x="411349" y="0"/>
                  </a:moveTo>
                  <a:cubicBezTo>
                    <a:pt x="184167" y="0"/>
                    <a:pt x="0" y="181951"/>
                    <a:pt x="0" y="406400"/>
                  </a:cubicBezTo>
                  <a:cubicBezTo>
                    <a:pt x="0" y="630849"/>
                    <a:pt x="184167" y="812800"/>
                    <a:pt x="411349" y="812800"/>
                  </a:cubicBezTo>
                  <a:cubicBezTo>
                    <a:pt x="638531" y="812800"/>
                    <a:pt x="822699" y="630849"/>
                    <a:pt x="822699" y="406400"/>
                  </a:cubicBezTo>
                  <a:cubicBezTo>
                    <a:pt x="822699" y="181951"/>
                    <a:pt x="638531" y="0"/>
                    <a:pt x="411349" y="0"/>
                  </a:cubicBezTo>
                  <a:close/>
                </a:path>
              </a:pathLst>
            </a:custGeom>
            <a:solidFill>
              <a:srgbClr val="222F4E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128" y="38100"/>
              <a:ext cx="668443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8694160" y="1960462"/>
            <a:ext cx="899680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94160" y="3739030"/>
            <a:ext cx="899680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02430" y="5502618"/>
            <a:ext cx="899680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02430" y="7282573"/>
            <a:ext cx="899680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534126" y="1710290"/>
            <a:ext cx="4577990" cy="1669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240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Can composited synthetic data teach a VLA to spatially ground transparent objects?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534125" y="3485839"/>
            <a:ext cx="6915675" cy="1106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2400" dirty="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How well does RGB-only perception recover transparent geometry, and </a:t>
            </a:r>
            <a:r>
              <a:rPr lang="en-US" sz="2400" dirty="0" err="1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generalise</a:t>
            </a:r>
            <a:r>
              <a:rPr lang="en-US" sz="2400" dirty="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?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534125" y="5261389"/>
            <a:ext cx="4884576" cy="1669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240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Does normal-guided depth reconstruction beat geometry-unaware inpainting?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34126" y="7036938"/>
            <a:ext cx="4577990" cy="1669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240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Is the pipeline feasible for conveyor deployment; what bounds throughput?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4822" y="5987808"/>
            <a:ext cx="4186468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cascaded pipeline for language-conditioned grasp targeting on transparent waste, trained entirely on synthetic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725FC-41A6-70DA-48D1-5F1EEAC07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F6618-2864-1C26-FC57-7B5D670116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B0AD8-4011-2575-DAE4-D742FFD9FF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1E20D7-01A1-B19D-7308-E4BAE1FE0B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4A6174-10C5-B0BD-1D9A-1EA7629E1560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4213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3293363"/>
            <a:ext cx="341587" cy="3700274"/>
            <a:chOff x="0" y="0"/>
            <a:chExt cx="89965" cy="974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56367" y="3671697"/>
            <a:ext cx="10398192" cy="144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32"/>
              </a:lnSpc>
            </a:pPr>
            <a:r>
              <a:rPr lang="en-US" sz="930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METHODOLOGY</a:t>
            </a:r>
          </a:p>
        </p:txBody>
      </p:sp>
      <p:grpSp>
        <p:nvGrpSpPr>
          <p:cNvPr id="6" name="Group 6"/>
          <p:cNvGrpSpPr/>
          <p:nvPr/>
        </p:nvGrpSpPr>
        <p:grpSpPr>
          <a:xfrm rot="-5400000">
            <a:off x="6996410" y="2242768"/>
            <a:ext cx="47625" cy="9127710"/>
            <a:chOff x="0" y="0"/>
            <a:chExt cx="12543" cy="24040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43" cy="2404006"/>
            </a:xfrm>
            <a:custGeom>
              <a:avLst/>
              <a:gdLst/>
              <a:ahLst/>
              <a:cxnLst/>
              <a:rect l="l" t="t" r="r" b="b"/>
              <a:pathLst>
                <a:path w="12543" h="2404006">
                  <a:moveTo>
                    <a:pt x="0" y="0"/>
                  </a:moveTo>
                  <a:lnTo>
                    <a:pt x="12543" y="0"/>
                  </a:lnTo>
                  <a:lnTo>
                    <a:pt x="12543" y="2404006"/>
                  </a:lnTo>
                  <a:lnTo>
                    <a:pt x="0" y="2404006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543" cy="2442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5412947" y="-2207252"/>
            <a:ext cx="47625" cy="8816120"/>
            <a:chOff x="0" y="0"/>
            <a:chExt cx="12543" cy="23219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2321941"/>
            </a:xfrm>
            <a:custGeom>
              <a:avLst/>
              <a:gdLst/>
              <a:ahLst/>
              <a:cxnLst/>
              <a:rect l="l" t="t" r="r" b="b"/>
              <a:pathLst>
                <a:path w="12543" h="2321941">
                  <a:moveTo>
                    <a:pt x="0" y="0"/>
                  </a:moveTo>
                  <a:lnTo>
                    <a:pt x="12543" y="0"/>
                  </a:lnTo>
                  <a:lnTo>
                    <a:pt x="12543" y="2321941"/>
                  </a:lnTo>
                  <a:lnTo>
                    <a:pt x="0" y="2321941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2360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8693390"/>
            <a:ext cx="3889119" cy="564910"/>
            <a:chOff x="0" y="0"/>
            <a:chExt cx="1024295" cy="1487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874772" y="3762123"/>
            <a:ext cx="9085971" cy="5686820"/>
          </a:xfrm>
          <a:custGeom>
            <a:avLst/>
            <a:gdLst/>
            <a:ahLst/>
            <a:cxnLst/>
            <a:rect l="l" t="t" r="r" b="b"/>
            <a:pathLst>
              <a:path w="9085971" h="5686820">
                <a:moveTo>
                  <a:pt x="0" y="0"/>
                </a:moveTo>
                <a:lnTo>
                  <a:pt x="9085971" y="0"/>
                </a:lnTo>
                <a:lnTo>
                  <a:pt x="9085971" y="5686819"/>
                </a:lnTo>
                <a:lnTo>
                  <a:pt x="0" y="56868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25468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028700" y="1000125"/>
            <a:ext cx="10168250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THE PIPELINE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04</a:t>
            </a:r>
          </a:p>
        </p:txBody>
      </p:sp>
      <p:sp>
        <p:nvSpPr>
          <p:cNvPr id="11" name="Freeform 11"/>
          <p:cNvSpPr/>
          <p:nvPr/>
        </p:nvSpPr>
        <p:spPr>
          <a:xfrm>
            <a:off x="1028700" y="2423952"/>
            <a:ext cx="9085971" cy="1338170"/>
          </a:xfrm>
          <a:custGeom>
            <a:avLst/>
            <a:gdLst/>
            <a:ahLst/>
            <a:cxnLst/>
            <a:rect l="l" t="t" r="r" b="b"/>
            <a:pathLst>
              <a:path w="9085971" h="1338170">
                <a:moveTo>
                  <a:pt x="0" y="0"/>
                </a:moveTo>
                <a:lnTo>
                  <a:pt x="9085971" y="0"/>
                </a:lnTo>
                <a:lnTo>
                  <a:pt x="9085971" y="1338171"/>
                </a:lnTo>
                <a:lnTo>
                  <a:pt x="0" y="133817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b="-433202"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3904225" y="4915826"/>
            <a:ext cx="47625" cy="6448421"/>
            <a:chOff x="0" y="0"/>
            <a:chExt cx="12543" cy="1698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1698350"/>
            </a:xfrm>
            <a:custGeom>
              <a:avLst/>
              <a:gdLst/>
              <a:ahLst/>
              <a:cxnLst/>
              <a:rect l="l" t="t" r="r" b="b"/>
              <a:pathLst>
                <a:path w="12543" h="1698350">
                  <a:moveTo>
                    <a:pt x="0" y="0"/>
                  </a:moveTo>
                  <a:lnTo>
                    <a:pt x="12543" y="0"/>
                  </a:lnTo>
                  <a:lnTo>
                    <a:pt x="12543" y="1698350"/>
                  </a:lnTo>
                  <a:lnTo>
                    <a:pt x="0" y="1698350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1736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85043" y="8494926"/>
            <a:ext cx="3889119" cy="743980"/>
            <a:chOff x="0" y="0"/>
            <a:chExt cx="1024295" cy="1959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95945"/>
            </a:xfrm>
            <a:custGeom>
              <a:avLst/>
              <a:gdLst/>
              <a:ahLst/>
              <a:cxnLst/>
              <a:rect l="l" t="t" r="r" b="b"/>
              <a:pathLst>
                <a:path w="1024295" h="195945">
                  <a:moveTo>
                    <a:pt x="0" y="0"/>
                  </a:moveTo>
                  <a:lnTo>
                    <a:pt x="1024295" y="0"/>
                  </a:lnTo>
                  <a:lnTo>
                    <a:pt x="1024295" y="195945"/>
                  </a:lnTo>
                  <a:lnTo>
                    <a:pt x="0" y="195945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234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98798" y="8494926"/>
            <a:ext cx="3889119" cy="743980"/>
            <a:chOff x="0" y="0"/>
            <a:chExt cx="1024295" cy="1959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4295" cy="195945"/>
            </a:xfrm>
            <a:custGeom>
              <a:avLst/>
              <a:gdLst/>
              <a:ahLst/>
              <a:cxnLst/>
              <a:rect l="l" t="t" r="r" b="b"/>
              <a:pathLst>
                <a:path w="1024295" h="195945">
                  <a:moveTo>
                    <a:pt x="0" y="0"/>
                  </a:moveTo>
                  <a:lnTo>
                    <a:pt x="1024295" y="0"/>
                  </a:lnTo>
                  <a:lnTo>
                    <a:pt x="1024295" y="195945"/>
                  </a:lnTo>
                  <a:lnTo>
                    <a:pt x="0" y="195945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4295" cy="234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872071" y="7340402"/>
            <a:ext cx="180468" cy="180468"/>
            <a:chOff x="0" y="0"/>
            <a:chExt cx="254000" cy="254000"/>
          </a:xfrm>
        </p:grpSpPr>
        <p:sp>
          <p:nvSpPr>
            <p:cNvPr id="12" name="Freeform 12"/>
            <p:cNvSpPr/>
            <p:nvPr/>
          </p:nvSpPr>
          <p:spPr>
            <a:xfrm>
              <a:off x="63500" y="63500"/>
              <a:ext cx="127000" cy="127000"/>
            </a:xfrm>
            <a:custGeom>
              <a:avLst/>
              <a:gdLst/>
              <a:ahLst/>
              <a:cxnLst/>
              <a:rect l="l" t="t" r="r" b="b"/>
              <a:pathLst>
                <a:path w="127000" h="127000">
                  <a:moveTo>
                    <a:pt x="0" y="63500"/>
                  </a:moveTo>
                  <a:lnTo>
                    <a:pt x="127000" y="63500"/>
                  </a:lnTo>
                  <a:moveTo>
                    <a:pt x="63500" y="127000"/>
                  </a:moveTo>
                  <a:lnTo>
                    <a:pt x="63500" y="0"/>
                  </a:lnTo>
                </a:path>
              </a:pathLst>
            </a:custGeom>
            <a:solidFill>
              <a:srgbClr val="00FF00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63500" y="63500"/>
              <a:ext cx="127000" cy="152400"/>
            </a:xfrm>
            <a:custGeom>
              <a:avLst/>
              <a:gdLst/>
              <a:ahLst/>
              <a:cxnLst/>
              <a:rect l="l" t="t" r="r" b="b"/>
              <a:pathLst>
                <a:path w="127000" h="152400">
                  <a:moveTo>
                    <a:pt x="0" y="50800"/>
                  </a:moveTo>
                  <a:lnTo>
                    <a:pt x="127000" y="50800"/>
                  </a:lnTo>
                  <a:lnTo>
                    <a:pt x="127000" y="76200"/>
                  </a:lnTo>
                  <a:lnTo>
                    <a:pt x="0" y="76200"/>
                  </a:lnTo>
                  <a:close/>
                  <a:moveTo>
                    <a:pt x="50800" y="152400"/>
                  </a:moveTo>
                  <a:lnTo>
                    <a:pt x="50800" y="0"/>
                  </a:lnTo>
                  <a:lnTo>
                    <a:pt x="76200" y="0"/>
                  </a:lnTo>
                  <a:lnTo>
                    <a:pt x="76200" y="127000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4" name="Freeform 14"/>
          <p:cNvSpPr/>
          <p:nvPr/>
        </p:nvSpPr>
        <p:spPr>
          <a:xfrm>
            <a:off x="8203335" y="849630"/>
            <a:ext cx="7081708" cy="5629958"/>
          </a:xfrm>
          <a:custGeom>
            <a:avLst/>
            <a:gdLst/>
            <a:ahLst/>
            <a:cxnLst/>
            <a:rect l="l" t="t" r="r" b="b"/>
            <a:pathLst>
              <a:path w="7081708" h="5629958">
                <a:moveTo>
                  <a:pt x="0" y="0"/>
                </a:moveTo>
                <a:lnTo>
                  <a:pt x="7081708" y="0"/>
                </a:lnTo>
                <a:lnTo>
                  <a:pt x="7081708" y="5629958"/>
                </a:lnTo>
                <a:lnTo>
                  <a:pt x="0" y="5629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Freeform 15"/>
          <p:cNvSpPr/>
          <p:nvPr/>
        </p:nvSpPr>
        <p:spPr>
          <a:xfrm>
            <a:off x="1079539" y="7152647"/>
            <a:ext cx="13708378" cy="2684557"/>
          </a:xfrm>
          <a:custGeom>
            <a:avLst/>
            <a:gdLst/>
            <a:ahLst/>
            <a:cxnLst/>
            <a:rect l="l" t="t" r="r" b="b"/>
            <a:pathLst>
              <a:path w="13708378" h="2684557">
                <a:moveTo>
                  <a:pt x="0" y="0"/>
                </a:moveTo>
                <a:lnTo>
                  <a:pt x="13708378" y="0"/>
                </a:lnTo>
                <a:lnTo>
                  <a:pt x="13708378" y="2684557"/>
                </a:lnTo>
                <a:lnTo>
                  <a:pt x="0" y="2684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TextBox 16"/>
          <p:cNvSpPr txBox="1"/>
          <p:nvPr/>
        </p:nvSpPr>
        <p:spPr>
          <a:xfrm>
            <a:off x="507382" y="1532887"/>
            <a:ext cx="6841311" cy="299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DATASET: RESORT-IT + CLEARGRASP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87644" y="9258300"/>
            <a:ext cx="3889119" cy="2878214"/>
            <a:chOff x="0" y="0"/>
            <a:chExt cx="1024295" cy="758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295" cy="758048"/>
            </a:xfrm>
            <a:custGeom>
              <a:avLst/>
              <a:gdLst/>
              <a:ahLst/>
              <a:cxnLst/>
              <a:rect l="l" t="t" r="r" b="b"/>
              <a:pathLst>
                <a:path w="1024295" h="758048">
                  <a:moveTo>
                    <a:pt x="0" y="0"/>
                  </a:moveTo>
                  <a:lnTo>
                    <a:pt x="1024295" y="0"/>
                  </a:lnTo>
                  <a:lnTo>
                    <a:pt x="1024295" y="758048"/>
                  </a:lnTo>
                  <a:lnTo>
                    <a:pt x="0" y="75804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4295" cy="7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15860" y="-1849514"/>
            <a:ext cx="3889119" cy="2878214"/>
            <a:chOff x="0" y="0"/>
            <a:chExt cx="1024295" cy="758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758048"/>
            </a:xfrm>
            <a:custGeom>
              <a:avLst/>
              <a:gdLst/>
              <a:ahLst/>
              <a:cxnLst/>
              <a:rect l="l" t="t" r="r" b="b"/>
              <a:pathLst>
                <a:path w="1024295" h="758048">
                  <a:moveTo>
                    <a:pt x="0" y="0"/>
                  </a:moveTo>
                  <a:lnTo>
                    <a:pt x="1024295" y="0"/>
                  </a:lnTo>
                  <a:lnTo>
                    <a:pt x="1024295" y="758048"/>
                  </a:lnTo>
                  <a:lnTo>
                    <a:pt x="0" y="758048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7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5992561"/>
            <a:ext cx="267923" cy="2902305"/>
            <a:chOff x="0" y="0"/>
            <a:chExt cx="89965" cy="9745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9047769"/>
            <a:ext cx="267923" cy="2902305"/>
            <a:chOff x="0" y="0"/>
            <a:chExt cx="89965" cy="9745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005062" y="1522046"/>
            <a:ext cx="267923" cy="2902305"/>
            <a:chOff x="0" y="0"/>
            <a:chExt cx="89965" cy="9745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05062" y="4577253"/>
            <a:ext cx="267923" cy="2902305"/>
            <a:chOff x="0" y="0"/>
            <a:chExt cx="89965" cy="97455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2025473" y="3517917"/>
            <a:ext cx="13708378" cy="5740383"/>
          </a:xfrm>
          <a:custGeom>
            <a:avLst/>
            <a:gdLst/>
            <a:ahLst/>
            <a:cxnLst/>
            <a:rect l="l" t="t" r="r" b="b"/>
            <a:pathLst>
              <a:path w="13708378" h="5740383">
                <a:moveTo>
                  <a:pt x="0" y="0"/>
                </a:moveTo>
                <a:lnTo>
                  <a:pt x="13708378" y="0"/>
                </a:lnTo>
                <a:lnTo>
                  <a:pt x="13708378" y="5740383"/>
                </a:lnTo>
                <a:lnTo>
                  <a:pt x="0" y="57403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TextBox 21"/>
          <p:cNvSpPr txBox="1"/>
          <p:nvPr/>
        </p:nvSpPr>
        <p:spPr>
          <a:xfrm>
            <a:off x="2652760" y="2026241"/>
            <a:ext cx="13810105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GRASP TARGET DERIVATION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87644" y="9258300"/>
            <a:ext cx="3889119" cy="2878214"/>
            <a:chOff x="0" y="0"/>
            <a:chExt cx="1024295" cy="758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295" cy="758048"/>
            </a:xfrm>
            <a:custGeom>
              <a:avLst/>
              <a:gdLst/>
              <a:ahLst/>
              <a:cxnLst/>
              <a:rect l="l" t="t" r="r" b="b"/>
              <a:pathLst>
                <a:path w="1024295" h="758048">
                  <a:moveTo>
                    <a:pt x="0" y="0"/>
                  </a:moveTo>
                  <a:lnTo>
                    <a:pt x="1024295" y="0"/>
                  </a:lnTo>
                  <a:lnTo>
                    <a:pt x="1024295" y="758048"/>
                  </a:lnTo>
                  <a:lnTo>
                    <a:pt x="0" y="75804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4295" cy="7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15860" y="-1849514"/>
            <a:ext cx="3889119" cy="2878214"/>
            <a:chOff x="0" y="0"/>
            <a:chExt cx="1024295" cy="758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758048"/>
            </a:xfrm>
            <a:custGeom>
              <a:avLst/>
              <a:gdLst/>
              <a:ahLst/>
              <a:cxnLst/>
              <a:rect l="l" t="t" r="r" b="b"/>
              <a:pathLst>
                <a:path w="1024295" h="758048">
                  <a:moveTo>
                    <a:pt x="0" y="0"/>
                  </a:moveTo>
                  <a:lnTo>
                    <a:pt x="1024295" y="0"/>
                  </a:lnTo>
                  <a:lnTo>
                    <a:pt x="1024295" y="758048"/>
                  </a:lnTo>
                  <a:lnTo>
                    <a:pt x="0" y="75804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7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5992561"/>
            <a:ext cx="267923" cy="2902305"/>
            <a:chOff x="0" y="0"/>
            <a:chExt cx="89965" cy="9745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9047769"/>
            <a:ext cx="267923" cy="2902305"/>
            <a:chOff x="0" y="0"/>
            <a:chExt cx="89965" cy="9745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100312" y="1522046"/>
            <a:ext cx="267923" cy="2902305"/>
            <a:chOff x="0" y="0"/>
            <a:chExt cx="89965" cy="9745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100312" y="4577253"/>
            <a:ext cx="267923" cy="2902305"/>
            <a:chOff x="0" y="0"/>
            <a:chExt cx="89965" cy="97455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2289811" y="3070439"/>
            <a:ext cx="13708378" cy="5489063"/>
          </a:xfrm>
          <a:custGeom>
            <a:avLst/>
            <a:gdLst/>
            <a:ahLst/>
            <a:cxnLst/>
            <a:rect l="l" t="t" r="r" b="b"/>
            <a:pathLst>
              <a:path w="13708378" h="5489063">
                <a:moveTo>
                  <a:pt x="0" y="0"/>
                </a:moveTo>
                <a:lnTo>
                  <a:pt x="13708378" y="0"/>
                </a:lnTo>
                <a:lnTo>
                  <a:pt x="13708378" y="5489063"/>
                </a:lnTo>
                <a:lnTo>
                  <a:pt x="0" y="54890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TextBox 21"/>
          <p:cNvSpPr txBox="1"/>
          <p:nvPr/>
        </p:nvSpPr>
        <p:spPr>
          <a:xfrm>
            <a:off x="4831013" y="1375453"/>
            <a:ext cx="8625975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DATA PROBLEM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3110971" y="2873715"/>
            <a:ext cx="47625" cy="4050380"/>
            <a:chOff x="0" y="0"/>
            <a:chExt cx="12543" cy="1066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1066767"/>
            </a:xfrm>
            <a:custGeom>
              <a:avLst/>
              <a:gdLst/>
              <a:ahLst/>
              <a:cxnLst/>
              <a:rect l="l" t="t" r="r" b="b"/>
              <a:pathLst>
                <a:path w="12543" h="1066767">
                  <a:moveTo>
                    <a:pt x="0" y="0"/>
                  </a:moveTo>
                  <a:lnTo>
                    <a:pt x="12543" y="0"/>
                  </a:lnTo>
                  <a:lnTo>
                    <a:pt x="12543" y="1066767"/>
                  </a:lnTo>
                  <a:lnTo>
                    <a:pt x="0" y="1066767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1104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36593" y="8072399"/>
            <a:ext cx="3889119" cy="4894530"/>
            <a:chOff x="0" y="0"/>
            <a:chExt cx="1024295" cy="12890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289094"/>
            </a:xfrm>
            <a:custGeom>
              <a:avLst/>
              <a:gdLst/>
              <a:ahLst/>
              <a:cxnLst/>
              <a:rect l="l" t="t" r="r" b="b"/>
              <a:pathLst>
                <a:path w="1024295" h="1289094">
                  <a:moveTo>
                    <a:pt x="0" y="0"/>
                  </a:moveTo>
                  <a:lnTo>
                    <a:pt x="1024295" y="0"/>
                  </a:lnTo>
                  <a:lnTo>
                    <a:pt x="1024295" y="1289094"/>
                  </a:lnTo>
                  <a:lnTo>
                    <a:pt x="0" y="1289094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1327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34209" y="3666908"/>
            <a:ext cx="16125091" cy="6286053"/>
          </a:xfrm>
          <a:custGeom>
            <a:avLst/>
            <a:gdLst/>
            <a:ahLst/>
            <a:cxnLst/>
            <a:rect l="l" t="t" r="r" b="b"/>
            <a:pathLst>
              <a:path w="16125091" h="6286053">
                <a:moveTo>
                  <a:pt x="0" y="0"/>
                </a:moveTo>
                <a:lnTo>
                  <a:pt x="16125091" y="0"/>
                </a:lnTo>
                <a:lnTo>
                  <a:pt x="16125091" y="6286053"/>
                </a:lnTo>
                <a:lnTo>
                  <a:pt x="0" y="6286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9" name="TextBox 9"/>
          <p:cNvSpPr txBox="1"/>
          <p:nvPr/>
        </p:nvSpPr>
        <p:spPr>
          <a:xfrm>
            <a:off x="1077384" y="2444268"/>
            <a:ext cx="5527346" cy="199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PERCEPTION MODULE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85650" y="929545"/>
            <a:ext cx="11375912" cy="1996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DEPTH RECONSTRUCTION SOLVER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4987644" y="9258300"/>
            <a:ext cx="3889119" cy="2878214"/>
            <a:chOff x="0" y="0"/>
            <a:chExt cx="1024295" cy="75804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24295" cy="758048"/>
            </a:xfrm>
            <a:custGeom>
              <a:avLst/>
              <a:gdLst/>
              <a:ahLst/>
              <a:cxnLst/>
              <a:rect l="l" t="t" r="r" b="b"/>
              <a:pathLst>
                <a:path w="1024295" h="758048">
                  <a:moveTo>
                    <a:pt x="0" y="0"/>
                  </a:moveTo>
                  <a:lnTo>
                    <a:pt x="1024295" y="0"/>
                  </a:lnTo>
                  <a:lnTo>
                    <a:pt x="1024295" y="758048"/>
                  </a:lnTo>
                  <a:lnTo>
                    <a:pt x="0" y="75804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24295" cy="7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15860" y="-1849514"/>
            <a:ext cx="3889119" cy="2878214"/>
            <a:chOff x="0" y="0"/>
            <a:chExt cx="1024295" cy="75804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24295" cy="758048"/>
            </a:xfrm>
            <a:custGeom>
              <a:avLst/>
              <a:gdLst/>
              <a:ahLst/>
              <a:cxnLst/>
              <a:rect l="l" t="t" r="r" b="b"/>
              <a:pathLst>
                <a:path w="1024295" h="758048">
                  <a:moveTo>
                    <a:pt x="0" y="0"/>
                  </a:moveTo>
                  <a:lnTo>
                    <a:pt x="1024295" y="0"/>
                  </a:lnTo>
                  <a:lnTo>
                    <a:pt x="1024295" y="758048"/>
                  </a:lnTo>
                  <a:lnTo>
                    <a:pt x="0" y="75804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24295" cy="7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05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28700" y="5992561"/>
            <a:ext cx="267923" cy="2902305"/>
            <a:chOff x="0" y="0"/>
            <a:chExt cx="89965" cy="97455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9047769"/>
            <a:ext cx="267923" cy="2902305"/>
            <a:chOff x="0" y="0"/>
            <a:chExt cx="89965" cy="97455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7100312" y="1522046"/>
            <a:ext cx="267923" cy="2902305"/>
            <a:chOff x="0" y="0"/>
            <a:chExt cx="89965" cy="9745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7100312" y="4577253"/>
            <a:ext cx="267923" cy="2902305"/>
            <a:chOff x="0" y="0"/>
            <a:chExt cx="89965" cy="97455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00802" y="3595174"/>
            <a:ext cx="9686395" cy="5925022"/>
            <a:chOff x="0" y="0"/>
            <a:chExt cx="12915194" cy="7900029"/>
          </a:xfrm>
        </p:grpSpPr>
        <p:sp>
          <p:nvSpPr>
            <p:cNvPr id="23" name="Freeform 23"/>
            <p:cNvSpPr/>
            <p:nvPr/>
          </p:nvSpPr>
          <p:spPr>
            <a:xfrm>
              <a:off x="622503" y="225550"/>
              <a:ext cx="12292691" cy="7043548"/>
            </a:xfrm>
            <a:custGeom>
              <a:avLst/>
              <a:gdLst/>
              <a:ahLst/>
              <a:cxnLst/>
              <a:rect l="l" t="t" r="r" b="b"/>
              <a:pathLst>
                <a:path w="12292691" h="7043548">
                  <a:moveTo>
                    <a:pt x="0" y="0"/>
                  </a:moveTo>
                  <a:lnTo>
                    <a:pt x="12292691" y="0"/>
                  </a:lnTo>
                  <a:lnTo>
                    <a:pt x="12292691" y="7043549"/>
                  </a:lnTo>
                  <a:lnTo>
                    <a:pt x="0" y="70435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9454" y="1068944"/>
              <a:ext cx="375125" cy="313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3"/>
                </a:lnSpc>
              </a:pPr>
              <a:r>
                <a:rPr lang="en-US" sz="1366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89454" y="2394057"/>
              <a:ext cx="375125" cy="313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3"/>
                </a:lnSpc>
              </a:pPr>
              <a:r>
                <a:rPr lang="en-US" sz="1366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89454" y="3719171"/>
              <a:ext cx="375125" cy="313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3"/>
                </a:lnSpc>
              </a:pPr>
              <a:r>
                <a:rPr lang="en-US" sz="1366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9454" y="5044284"/>
              <a:ext cx="375125" cy="313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3"/>
                </a:lnSpc>
              </a:pPr>
              <a:r>
                <a:rPr lang="en-US" sz="1366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9454" y="6369397"/>
              <a:ext cx="375125" cy="313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3"/>
                </a:lnSpc>
              </a:pPr>
              <a:r>
                <a:rPr lang="en-US" sz="1366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5065" y="7197741"/>
              <a:ext cx="407741" cy="3606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3"/>
                </a:lnSpc>
              </a:pPr>
              <a:r>
                <a:rPr lang="en-US" sz="1366" spc="6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101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75564" y="531053"/>
              <a:ext cx="1924139" cy="313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3"/>
                </a:lnSpc>
              </a:pPr>
              <a:r>
                <a:rPr lang="en-US" sz="1366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Chosen (λ=100)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40107" y="7190229"/>
              <a:ext cx="2376212" cy="709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005"/>
                </a:lnSpc>
              </a:pPr>
              <a:r>
                <a:rPr lang="en-US" sz="1366" spc="6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102</a:t>
              </a:r>
            </a:p>
            <a:p>
              <a:pPr algn="ctr">
                <a:lnSpc>
                  <a:spcPts val="2005"/>
                </a:lnSpc>
              </a:pPr>
              <a:r>
                <a:rPr lang="en-US" sz="1366" spc="6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λ_anchor (log scale)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2037779" y="7199754"/>
              <a:ext cx="407741" cy="36064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3"/>
                </a:lnSpc>
              </a:pPr>
              <a:r>
                <a:rPr lang="en-US" sz="1366" spc="6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103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 rot="-5400000">
              <a:off x="-1117042" y="3554555"/>
              <a:ext cx="2471682" cy="3137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913"/>
                </a:lnSpc>
              </a:pPr>
              <a:r>
                <a:rPr lang="en-US" sz="1366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Mean RMSE (metres)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04045" y="-38100"/>
              <a:ext cx="8161493" cy="3689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296"/>
                </a:lnSpc>
              </a:pPr>
              <a:r>
                <a:rPr lang="en-US" sz="1640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Depth Reconstruction Sensitivity to Anchor Weight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87644" y="9258300"/>
            <a:ext cx="3889119" cy="2878214"/>
            <a:chOff x="0" y="0"/>
            <a:chExt cx="1024295" cy="758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295" cy="758048"/>
            </a:xfrm>
            <a:custGeom>
              <a:avLst/>
              <a:gdLst/>
              <a:ahLst/>
              <a:cxnLst/>
              <a:rect l="l" t="t" r="r" b="b"/>
              <a:pathLst>
                <a:path w="1024295" h="758048">
                  <a:moveTo>
                    <a:pt x="0" y="0"/>
                  </a:moveTo>
                  <a:lnTo>
                    <a:pt x="1024295" y="0"/>
                  </a:lnTo>
                  <a:lnTo>
                    <a:pt x="1024295" y="758048"/>
                  </a:lnTo>
                  <a:lnTo>
                    <a:pt x="0" y="75804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4295" cy="7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15860" y="-1849514"/>
            <a:ext cx="3889119" cy="2878214"/>
            <a:chOff x="0" y="0"/>
            <a:chExt cx="1024295" cy="758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758048"/>
            </a:xfrm>
            <a:custGeom>
              <a:avLst/>
              <a:gdLst/>
              <a:ahLst/>
              <a:cxnLst/>
              <a:rect l="l" t="t" r="r" b="b"/>
              <a:pathLst>
                <a:path w="1024295" h="758048">
                  <a:moveTo>
                    <a:pt x="0" y="0"/>
                  </a:moveTo>
                  <a:lnTo>
                    <a:pt x="1024295" y="0"/>
                  </a:lnTo>
                  <a:lnTo>
                    <a:pt x="1024295" y="758048"/>
                  </a:lnTo>
                  <a:lnTo>
                    <a:pt x="0" y="758048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7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5992561"/>
            <a:ext cx="267923" cy="2902305"/>
            <a:chOff x="0" y="0"/>
            <a:chExt cx="89965" cy="9745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9047769"/>
            <a:ext cx="267923" cy="2902305"/>
            <a:chOff x="0" y="0"/>
            <a:chExt cx="89965" cy="9745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005062" y="1522046"/>
            <a:ext cx="267923" cy="2902305"/>
            <a:chOff x="0" y="0"/>
            <a:chExt cx="89965" cy="9745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05062" y="4577253"/>
            <a:ext cx="267923" cy="2902305"/>
            <a:chOff x="0" y="0"/>
            <a:chExt cx="89965" cy="97455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Freeform 20"/>
          <p:cNvSpPr/>
          <p:nvPr/>
        </p:nvSpPr>
        <p:spPr>
          <a:xfrm>
            <a:off x="6557424" y="3371039"/>
            <a:ext cx="9932398" cy="5243045"/>
          </a:xfrm>
          <a:custGeom>
            <a:avLst/>
            <a:gdLst/>
            <a:ahLst/>
            <a:cxnLst/>
            <a:rect l="l" t="t" r="r" b="b"/>
            <a:pathLst>
              <a:path w="9932398" h="5243045">
                <a:moveTo>
                  <a:pt x="0" y="0"/>
                </a:moveTo>
                <a:lnTo>
                  <a:pt x="9932398" y="0"/>
                </a:lnTo>
                <a:lnTo>
                  <a:pt x="9932398" y="5243045"/>
                </a:lnTo>
                <a:lnTo>
                  <a:pt x="0" y="52430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1" name="TextBox 21"/>
          <p:cNvSpPr txBox="1"/>
          <p:nvPr/>
        </p:nvSpPr>
        <p:spPr>
          <a:xfrm>
            <a:off x="570545" y="1498062"/>
            <a:ext cx="5986879" cy="3996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VLA FINE-TUNING + COMPUTE BUDGET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15860" y="-1849514"/>
            <a:ext cx="3889119" cy="2878214"/>
            <a:chOff x="0" y="0"/>
            <a:chExt cx="1024295" cy="758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295" cy="758048"/>
            </a:xfrm>
            <a:custGeom>
              <a:avLst/>
              <a:gdLst/>
              <a:ahLst/>
              <a:cxnLst/>
              <a:rect l="l" t="t" r="r" b="b"/>
              <a:pathLst>
                <a:path w="1024295" h="758048">
                  <a:moveTo>
                    <a:pt x="0" y="0"/>
                  </a:moveTo>
                  <a:lnTo>
                    <a:pt x="1024295" y="0"/>
                  </a:lnTo>
                  <a:lnTo>
                    <a:pt x="1024295" y="758048"/>
                  </a:lnTo>
                  <a:lnTo>
                    <a:pt x="0" y="758048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4295" cy="7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5992561"/>
            <a:ext cx="267923" cy="2902305"/>
            <a:chOff x="0" y="0"/>
            <a:chExt cx="89965" cy="9745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9047769"/>
            <a:ext cx="267923" cy="2902305"/>
            <a:chOff x="0" y="0"/>
            <a:chExt cx="89965" cy="9745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005062" y="1522046"/>
            <a:ext cx="267923" cy="2902305"/>
            <a:chOff x="0" y="0"/>
            <a:chExt cx="89965" cy="9745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005062" y="4577253"/>
            <a:ext cx="267923" cy="2902305"/>
            <a:chOff x="0" y="0"/>
            <a:chExt cx="89965" cy="9745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17" name="Table 17"/>
          <p:cNvGraphicFramePr>
            <a:graphicFrameLocks noGrp="1"/>
          </p:cNvGraphicFramePr>
          <p:nvPr/>
        </p:nvGraphicFramePr>
        <p:xfrm>
          <a:off x="6557424" y="57150"/>
          <a:ext cx="11348881" cy="10229850"/>
        </p:xfrm>
        <a:graphic>
          <a:graphicData uri="http://schemas.openxmlformats.org/drawingml/2006/table">
            <a:tbl>
              <a:tblPr/>
              <a:tblGrid>
                <a:gridCol w="3178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70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298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Item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298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OpenVLA-7B (SigLIP + DINOv2 + Llama-2 7B)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298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Adaptation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LoRA, rank 32, α 32, dropout 0.05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298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Trainable params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16.78 M = 0.22% of 7.56 B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298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Quantisation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4-bit NF4 weights, bf16 compute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298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Hardware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1× NVIDIA A100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2298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Optimiser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AdamW, LR 1e-5, batch size 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2298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Training length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halted step 21,500 (mid-epoch 2), best val loss 0.154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2298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Wall-clock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[fill from cluster logs — GPU-hours]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22985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Action tokens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256-bin uniform; 1 bin ≈ 0.875 px at 224²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8" name="TextBox 18"/>
          <p:cNvSpPr txBox="1"/>
          <p:nvPr/>
        </p:nvSpPr>
        <p:spPr>
          <a:xfrm>
            <a:off x="570545" y="1498062"/>
            <a:ext cx="5986879" cy="39965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VLA FINE-TUNING + COMPUTE BUDGET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42381" y="3293363"/>
            <a:ext cx="341587" cy="3700274"/>
            <a:chOff x="0" y="0"/>
            <a:chExt cx="89965" cy="974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170048" y="3671697"/>
            <a:ext cx="9381746" cy="144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32"/>
              </a:lnSpc>
            </a:pPr>
            <a:r>
              <a:rPr lang="en-US" sz="930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RESULTS</a:t>
            </a:r>
          </a:p>
        </p:txBody>
      </p:sp>
      <p:grpSp>
        <p:nvGrpSpPr>
          <p:cNvPr id="6" name="Group 6"/>
          <p:cNvGrpSpPr/>
          <p:nvPr/>
        </p:nvGrpSpPr>
        <p:grpSpPr>
          <a:xfrm rot="-5400000">
            <a:off x="8710091" y="2242768"/>
            <a:ext cx="47625" cy="9127710"/>
            <a:chOff x="0" y="0"/>
            <a:chExt cx="12543" cy="24040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43" cy="2404006"/>
            </a:xfrm>
            <a:custGeom>
              <a:avLst/>
              <a:gdLst/>
              <a:ahLst/>
              <a:cxnLst/>
              <a:rect l="l" t="t" r="r" b="b"/>
              <a:pathLst>
                <a:path w="12543" h="2404006">
                  <a:moveTo>
                    <a:pt x="0" y="0"/>
                  </a:moveTo>
                  <a:lnTo>
                    <a:pt x="12543" y="0"/>
                  </a:lnTo>
                  <a:lnTo>
                    <a:pt x="12543" y="2404006"/>
                  </a:lnTo>
                  <a:lnTo>
                    <a:pt x="0" y="2404006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543" cy="2442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5234239"/>
            <a:ext cx="7732458" cy="3733845"/>
            <a:chOff x="0" y="0"/>
            <a:chExt cx="2036532" cy="9833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36532" cy="983399"/>
            </a:xfrm>
            <a:custGeom>
              <a:avLst/>
              <a:gdLst/>
              <a:ahLst/>
              <a:cxnLst/>
              <a:rect l="l" t="t" r="r" b="b"/>
              <a:pathLst>
                <a:path w="2036532" h="983399">
                  <a:moveTo>
                    <a:pt x="0" y="0"/>
                  </a:moveTo>
                  <a:lnTo>
                    <a:pt x="2036532" y="0"/>
                  </a:lnTo>
                  <a:lnTo>
                    <a:pt x="2036532" y="983399"/>
                  </a:lnTo>
                  <a:lnTo>
                    <a:pt x="0" y="983399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36532" cy="10214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34363A"/>
                  </a:solidFill>
                  <a:latin typeface="Open Sans"/>
                  <a:ea typeface="Open Sans"/>
                  <a:cs typeface="Open Sans"/>
                  <a:sym typeface="Open Sans"/>
                </a:rPr>
                <a:t>??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08403" y="5700351"/>
            <a:ext cx="4777620" cy="6380485"/>
            <a:chOff x="0" y="0"/>
            <a:chExt cx="1258303" cy="168045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8303" cy="1680457"/>
            </a:xfrm>
            <a:custGeom>
              <a:avLst/>
              <a:gdLst/>
              <a:ahLst/>
              <a:cxnLst/>
              <a:rect l="l" t="t" r="r" b="b"/>
              <a:pathLst>
                <a:path w="1258303" h="1680457">
                  <a:moveTo>
                    <a:pt x="0" y="0"/>
                  </a:moveTo>
                  <a:lnTo>
                    <a:pt x="1258303" y="0"/>
                  </a:lnTo>
                  <a:lnTo>
                    <a:pt x="1258303" y="1680457"/>
                  </a:lnTo>
                  <a:lnTo>
                    <a:pt x="0" y="1680457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58303" cy="17185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813535" y="2656421"/>
            <a:ext cx="6533045" cy="6311662"/>
            <a:chOff x="0" y="0"/>
            <a:chExt cx="812800" cy="78525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85257"/>
            </a:xfrm>
            <a:custGeom>
              <a:avLst/>
              <a:gdLst/>
              <a:ahLst/>
              <a:cxnLst/>
              <a:rect l="l" t="t" r="r" b="b"/>
              <a:pathLst>
                <a:path w="812800" h="785257">
                  <a:moveTo>
                    <a:pt x="0" y="0"/>
                  </a:moveTo>
                  <a:lnTo>
                    <a:pt x="812800" y="0"/>
                  </a:lnTo>
                  <a:lnTo>
                    <a:pt x="812800" y="785257"/>
                  </a:lnTo>
                  <a:lnTo>
                    <a:pt x="0" y="785257"/>
                  </a:lnTo>
                  <a:close/>
                </a:path>
              </a:pathLst>
            </a:custGeom>
            <a:blipFill>
              <a:blip r:embed="rId3"/>
              <a:stretch>
                <a:fillRect l="-45828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" name="Group 10"/>
          <p:cNvGrpSpPr/>
          <p:nvPr/>
        </p:nvGrpSpPr>
        <p:grpSpPr>
          <a:xfrm rot="-5400000">
            <a:off x="4580106" y="1353980"/>
            <a:ext cx="47625" cy="7150438"/>
            <a:chOff x="0" y="0"/>
            <a:chExt cx="12543" cy="18832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543" cy="1883243"/>
            </a:xfrm>
            <a:custGeom>
              <a:avLst/>
              <a:gdLst/>
              <a:ahLst/>
              <a:cxnLst/>
              <a:rect l="l" t="t" r="r" b="b"/>
              <a:pathLst>
                <a:path w="12543" h="1883243">
                  <a:moveTo>
                    <a:pt x="0" y="0"/>
                  </a:moveTo>
                  <a:lnTo>
                    <a:pt x="12543" y="0"/>
                  </a:lnTo>
                  <a:lnTo>
                    <a:pt x="12543" y="1883243"/>
                  </a:lnTo>
                  <a:lnTo>
                    <a:pt x="0" y="188324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543" cy="19213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706602" y="1028700"/>
            <a:ext cx="3889119" cy="564910"/>
            <a:chOff x="0" y="0"/>
            <a:chExt cx="1024295" cy="14878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-1679642" y="1028700"/>
            <a:ext cx="3889119" cy="564910"/>
            <a:chOff x="0" y="0"/>
            <a:chExt cx="1024295" cy="14878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028700" y="1623198"/>
            <a:ext cx="7376366" cy="299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MEMORISATION PROBLEM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03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87644" y="9258300"/>
            <a:ext cx="3889119" cy="2878214"/>
            <a:chOff x="0" y="0"/>
            <a:chExt cx="1024295" cy="758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295" cy="758048"/>
            </a:xfrm>
            <a:custGeom>
              <a:avLst/>
              <a:gdLst/>
              <a:ahLst/>
              <a:cxnLst/>
              <a:rect l="l" t="t" r="r" b="b"/>
              <a:pathLst>
                <a:path w="1024295" h="758048">
                  <a:moveTo>
                    <a:pt x="0" y="0"/>
                  </a:moveTo>
                  <a:lnTo>
                    <a:pt x="1024295" y="0"/>
                  </a:lnTo>
                  <a:lnTo>
                    <a:pt x="1024295" y="758048"/>
                  </a:lnTo>
                  <a:lnTo>
                    <a:pt x="0" y="75804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4295" cy="7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15860" y="-1849514"/>
            <a:ext cx="3889119" cy="2878214"/>
            <a:chOff x="0" y="0"/>
            <a:chExt cx="1024295" cy="758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758048"/>
            </a:xfrm>
            <a:custGeom>
              <a:avLst/>
              <a:gdLst/>
              <a:ahLst/>
              <a:cxnLst/>
              <a:rect l="l" t="t" r="r" b="b"/>
              <a:pathLst>
                <a:path w="1024295" h="758048">
                  <a:moveTo>
                    <a:pt x="0" y="0"/>
                  </a:moveTo>
                  <a:lnTo>
                    <a:pt x="1024295" y="0"/>
                  </a:lnTo>
                  <a:lnTo>
                    <a:pt x="1024295" y="758048"/>
                  </a:lnTo>
                  <a:lnTo>
                    <a:pt x="0" y="75804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7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9047769"/>
            <a:ext cx="267923" cy="2902305"/>
            <a:chOff x="0" y="0"/>
            <a:chExt cx="89965" cy="9745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00312" y="1522046"/>
            <a:ext cx="267923" cy="2902305"/>
            <a:chOff x="0" y="0"/>
            <a:chExt cx="89965" cy="9745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100312" y="4577253"/>
            <a:ext cx="267923" cy="2902305"/>
            <a:chOff x="0" y="0"/>
            <a:chExt cx="89965" cy="9745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9399465" y="5150022"/>
            <a:ext cx="8888535" cy="4659074"/>
          </a:xfrm>
          <a:custGeom>
            <a:avLst/>
            <a:gdLst/>
            <a:ahLst/>
            <a:cxnLst/>
            <a:rect l="l" t="t" r="r" b="b"/>
            <a:pathLst>
              <a:path w="8888535" h="4659074">
                <a:moveTo>
                  <a:pt x="0" y="0"/>
                </a:moveTo>
                <a:lnTo>
                  <a:pt x="8888535" y="0"/>
                </a:lnTo>
                <a:lnTo>
                  <a:pt x="8888535" y="4659073"/>
                </a:lnTo>
                <a:lnTo>
                  <a:pt x="0" y="4659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Freeform 18"/>
          <p:cNvSpPr/>
          <p:nvPr/>
        </p:nvSpPr>
        <p:spPr>
          <a:xfrm>
            <a:off x="212374" y="2538810"/>
            <a:ext cx="8731810" cy="4940749"/>
          </a:xfrm>
          <a:custGeom>
            <a:avLst/>
            <a:gdLst/>
            <a:ahLst/>
            <a:cxnLst/>
            <a:rect l="l" t="t" r="r" b="b"/>
            <a:pathLst>
              <a:path w="8731810" h="4940749">
                <a:moveTo>
                  <a:pt x="0" y="0"/>
                </a:moveTo>
                <a:lnTo>
                  <a:pt x="8731809" y="0"/>
                </a:lnTo>
                <a:lnTo>
                  <a:pt x="8731809" y="4940748"/>
                </a:lnTo>
                <a:lnTo>
                  <a:pt x="0" y="49407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9" name="TextBox 19"/>
          <p:cNvSpPr txBox="1"/>
          <p:nvPr/>
        </p:nvSpPr>
        <p:spPr>
          <a:xfrm>
            <a:off x="805176" y="1451317"/>
            <a:ext cx="15880188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FIX, AND THE SECOND PROBLEM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3420" y="2098898"/>
            <a:ext cx="8191259" cy="5790879"/>
          </a:xfrm>
          <a:custGeom>
            <a:avLst/>
            <a:gdLst/>
            <a:ahLst/>
            <a:cxnLst/>
            <a:rect l="l" t="t" r="r" b="b"/>
            <a:pathLst>
              <a:path w="8191259" h="5790879">
                <a:moveTo>
                  <a:pt x="0" y="0"/>
                </a:moveTo>
                <a:lnTo>
                  <a:pt x="8191259" y="0"/>
                </a:lnTo>
                <a:lnTo>
                  <a:pt x="8191259" y="5790879"/>
                </a:lnTo>
                <a:lnTo>
                  <a:pt x="0" y="57908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9887471" y="2098898"/>
            <a:ext cx="8191259" cy="5790879"/>
          </a:xfrm>
          <a:custGeom>
            <a:avLst/>
            <a:gdLst/>
            <a:ahLst/>
            <a:cxnLst/>
            <a:rect l="l" t="t" r="r" b="b"/>
            <a:pathLst>
              <a:path w="8191259" h="5790879">
                <a:moveTo>
                  <a:pt x="0" y="0"/>
                </a:moveTo>
                <a:lnTo>
                  <a:pt x="8191260" y="0"/>
                </a:lnTo>
                <a:lnTo>
                  <a:pt x="8191260" y="5790879"/>
                </a:lnTo>
                <a:lnTo>
                  <a:pt x="0" y="57908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4"/>
          <p:cNvSpPr txBox="1"/>
          <p:nvPr/>
        </p:nvSpPr>
        <p:spPr>
          <a:xfrm>
            <a:off x="453462" y="2167639"/>
            <a:ext cx="277448" cy="21668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10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80</a:t>
            </a:r>
          </a:p>
          <a:p>
            <a:pPr algn="just" rtl="1">
              <a:lnSpc>
                <a:spcPts val="4210"/>
              </a:lnSpc>
            </a:pPr>
            <a:endParaRPr lang="en-US" sz="1684">
              <a:solidFill>
                <a:srgbClr val="000000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  <a:p>
            <a:pPr algn="just">
              <a:lnSpc>
                <a:spcPts val="4210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70</a:t>
            </a:r>
          </a:p>
          <a:p>
            <a:pPr algn="just" rtl="1">
              <a:lnSpc>
                <a:spcPts val="4210"/>
              </a:lnSpc>
            </a:pPr>
            <a:endParaRPr lang="en-US" sz="1684">
              <a:solidFill>
                <a:srgbClr val="000000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  <a:p>
            <a:pPr algn="just">
              <a:lnSpc>
                <a:spcPts val="4210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60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3462" y="4692858"/>
            <a:ext cx="277448" cy="3008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10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50</a:t>
            </a:r>
          </a:p>
          <a:p>
            <a:pPr algn="just" rtl="1">
              <a:lnSpc>
                <a:spcPts val="4210"/>
              </a:lnSpc>
            </a:pPr>
            <a:endParaRPr lang="en-US" sz="1684">
              <a:solidFill>
                <a:srgbClr val="000000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  <a:p>
            <a:pPr algn="just">
              <a:lnSpc>
                <a:spcPts val="4210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40</a:t>
            </a:r>
          </a:p>
          <a:p>
            <a:pPr algn="just" rtl="1">
              <a:lnSpc>
                <a:spcPts val="4210"/>
              </a:lnSpc>
            </a:pPr>
            <a:endParaRPr lang="en-US" sz="1684">
              <a:solidFill>
                <a:srgbClr val="000000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  <a:p>
            <a:pPr algn="just">
              <a:lnSpc>
                <a:spcPts val="4210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30</a:t>
            </a:r>
          </a:p>
          <a:p>
            <a:pPr algn="just" rtl="1">
              <a:lnSpc>
                <a:spcPts val="4210"/>
              </a:lnSpc>
            </a:pPr>
            <a:endParaRPr lang="en-US" sz="1684">
              <a:solidFill>
                <a:srgbClr val="000000"/>
              </a:solidFill>
              <a:latin typeface="DejaVu Sans Light"/>
              <a:ea typeface="DejaVu Sans Light"/>
              <a:cs typeface="DejaVu Sans Light"/>
              <a:sym typeface="DejaVu Sans Light"/>
            </a:endParaRPr>
          </a:p>
          <a:p>
            <a:pPr algn="just">
              <a:lnSpc>
                <a:spcPts val="4210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5844" y="7819613"/>
            <a:ext cx="138764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81883" y="7819613"/>
            <a:ext cx="554832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5000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33928" y="7819613"/>
            <a:ext cx="693532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10000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53991" y="7819613"/>
            <a:ext cx="762914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15000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4053" y="7819613"/>
            <a:ext cx="762914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20000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494116" y="7819613"/>
            <a:ext cx="693532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25000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34901" y="8119071"/>
            <a:ext cx="1402465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Training step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14179" y="7819613"/>
            <a:ext cx="693532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30000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34242" y="7819613"/>
            <a:ext cx="693532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35000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98629" y="2349777"/>
            <a:ext cx="793651" cy="642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Mean Median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54321" y="7819613"/>
            <a:ext cx="693532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40000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11493" y="2491593"/>
            <a:ext cx="416148" cy="2318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10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400 350 300 250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511493" y="4938944"/>
            <a:ext cx="416245" cy="29307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10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200 150 100 50 0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59895" y="7819613"/>
            <a:ext cx="138764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075935" y="7819613"/>
            <a:ext cx="554832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5000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927979" y="7819613"/>
            <a:ext cx="693532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10000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48042" y="7819613"/>
            <a:ext cx="762914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15000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768105" y="7819613"/>
            <a:ext cx="762914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20000 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688168" y="7819613"/>
            <a:ext cx="693532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25000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328952" y="8119071"/>
            <a:ext cx="1402465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Training step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608230" y="7819613"/>
            <a:ext cx="693532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30000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528293" y="7819613"/>
            <a:ext cx="693532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35000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038464" y="2349777"/>
            <a:ext cx="746856" cy="642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6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X error Y error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448372" y="7819613"/>
            <a:ext cx="693532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40000</a:t>
            </a:r>
          </a:p>
        </p:txBody>
      </p:sp>
      <p:sp>
        <p:nvSpPr>
          <p:cNvPr id="30" name="TextBox 30"/>
          <p:cNvSpPr txBox="1"/>
          <p:nvPr/>
        </p:nvSpPr>
        <p:spPr>
          <a:xfrm rot="-5400000">
            <a:off x="-894128" y="4809912"/>
            <a:ext cx="2369002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Spatial L1 error (bins)</a:t>
            </a:r>
          </a:p>
        </p:txBody>
      </p:sp>
      <p:sp>
        <p:nvSpPr>
          <p:cNvPr id="31" name="TextBox 31"/>
          <p:cNvSpPr txBox="1"/>
          <p:nvPr/>
        </p:nvSpPr>
        <p:spPr>
          <a:xfrm rot="-5400000">
            <a:off x="8115678" y="4809992"/>
            <a:ext cx="2467356" cy="30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7"/>
              </a:lnSpc>
            </a:pPr>
            <a:r>
              <a:rPr lang="en-US" sz="1684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Per-axis L1 error (bins)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75903" y="1868646"/>
            <a:ext cx="4378452" cy="318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Spatial error across checkpoints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48539" y="1868646"/>
            <a:ext cx="3402033" cy="318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3"/>
              </a:lnSpc>
            </a:pPr>
            <a:r>
              <a:rPr lang="en-US" sz="1852" b="1">
                <a:solidFill>
                  <a:srgbClr val="000000"/>
                </a:solidFill>
                <a:latin typeface="DejaVu Sans Bold"/>
                <a:ea typeface="DejaVu Sans Bold"/>
                <a:cs typeface="DejaVu Sans Bold"/>
                <a:sym typeface="DejaVu Sans Bold"/>
              </a:rPr>
              <a:t>Per-axis coordinate error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4373532" y="-180483"/>
            <a:ext cx="47625" cy="6448421"/>
            <a:chOff x="0" y="0"/>
            <a:chExt cx="12543" cy="1698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1698350"/>
            </a:xfrm>
            <a:custGeom>
              <a:avLst/>
              <a:gdLst/>
              <a:ahLst/>
              <a:cxnLst/>
              <a:rect l="l" t="t" r="r" b="b"/>
              <a:pathLst>
                <a:path w="12543" h="1698350">
                  <a:moveTo>
                    <a:pt x="0" y="0"/>
                  </a:moveTo>
                  <a:lnTo>
                    <a:pt x="12543" y="0"/>
                  </a:lnTo>
                  <a:lnTo>
                    <a:pt x="12543" y="1698350"/>
                  </a:lnTo>
                  <a:lnTo>
                    <a:pt x="0" y="1698350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1736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85043" y="9293847"/>
            <a:ext cx="3889119" cy="421308"/>
            <a:chOff x="0" y="0"/>
            <a:chExt cx="1024295" cy="1109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10962"/>
            </a:xfrm>
            <a:custGeom>
              <a:avLst/>
              <a:gdLst/>
              <a:ahLst/>
              <a:cxnLst/>
              <a:rect l="l" t="t" r="r" b="b"/>
              <a:pathLst>
                <a:path w="1024295" h="110962">
                  <a:moveTo>
                    <a:pt x="0" y="0"/>
                  </a:moveTo>
                  <a:lnTo>
                    <a:pt x="1024295" y="0"/>
                  </a:lnTo>
                  <a:lnTo>
                    <a:pt x="1024295" y="110962"/>
                  </a:lnTo>
                  <a:lnTo>
                    <a:pt x="0" y="110962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1490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98798" y="9293847"/>
            <a:ext cx="3889119" cy="421308"/>
            <a:chOff x="0" y="0"/>
            <a:chExt cx="1024295" cy="1109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4295" cy="110962"/>
            </a:xfrm>
            <a:custGeom>
              <a:avLst/>
              <a:gdLst/>
              <a:ahLst/>
              <a:cxnLst/>
              <a:rect l="l" t="t" r="r" b="b"/>
              <a:pathLst>
                <a:path w="1024295" h="110962">
                  <a:moveTo>
                    <a:pt x="0" y="0"/>
                  </a:moveTo>
                  <a:lnTo>
                    <a:pt x="1024295" y="0"/>
                  </a:lnTo>
                  <a:lnTo>
                    <a:pt x="1024295" y="110962"/>
                  </a:lnTo>
                  <a:lnTo>
                    <a:pt x="0" y="110962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4295" cy="1490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411694" y="607392"/>
            <a:ext cx="3889119" cy="421308"/>
            <a:chOff x="0" y="0"/>
            <a:chExt cx="1024295" cy="11096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4295" cy="110962"/>
            </a:xfrm>
            <a:custGeom>
              <a:avLst/>
              <a:gdLst/>
              <a:ahLst/>
              <a:cxnLst/>
              <a:rect l="l" t="t" r="r" b="b"/>
              <a:pathLst>
                <a:path w="1024295" h="110962">
                  <a:moveTo>
                    <a:pt x="0" y="0"/>
                  </a:moveTo>
                  <a:lnTo>
                    <a:pt x="1024295" y="0"/>
                  </a:lnTo>
                  <a:lnTo>
                    <a:pt x="1024295" y="110962"/>
                  </a:lnTo>
                  <a:lnTo>
                    <a:pt x="0" y="110962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24295" cy="1490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1974551" y="607392"/>
            <a:ext cx="3889119" cy="421308"/>
            <a:chOff x="0" y="0"/>
            <a:chExt cx="1024295" cy="11096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24295" cy="110962"/>
            </a:xfrm>
            <a:custGeom>
              <a:avLst/>
              <a:gdLst/>
              <a:ahLst/>
              <a:cxnLst/>
              <a:rect l="l" t="t" r="r" b="b"/>
              <a:pathLst>
                <a:path w="1024295" h="110962">
                  <a:moveTo>
                    <a:pt x="0" y="0"/>
                  </a:moveTo>
                  <a:lnTo>
                    <a:pt x="1024295" y="0"/>
                  </a:lnTo>
                  <a:lnTo>
                    <a:pt x="1024295" y="110962"/>
                  </a:lnTo>
                  <a:lnTo>
                    <a:pt x="0" y="110962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024295" cy="1490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914569" y="6525602"/>
            <a:ext cx="13566536" cy="2261755"/>
            <a:chOff x="0" y="0"/>
            <a:chExt cx="18088714" cy="3015673"/>
          </a:xfrm>
        </p:grpSpPr>
        <p:sp>
          <p:nvSpPr>
            <p:cNvPr id="18" name="Freeform 18"/>
            <p:cNvSpPr/>
            <p:nvPr/>
          </p:nvSpPr>
          <p:spPr>
            <a:xfrm>
              <a:off x="935223" y="1043282"/>
              <a:ext cx="664332" cy="869764"/>
            </a:xfrm>
            <a:custGeom>
              <a:avLst/>
              <a:gdLst/>
              <a:ahLst/>
              <a:cxnLst/>
              <a:rect l="l" t="t" r="r" b="b"/>
              <a:pathLst>
                <a:path w="664332" h="869764">
                  <a:moveTo>
                    <a:pt x="0" y="0"/>
                  </a:moveTo>
                  <a:lnTo>
                    <a:pt x="664332" y="0"/>
                  </a:lnTo>
                  <a:lnTo>
                    <a:pt x="664332" y="869764"/>
                  </a:lnTo>
                  <a:lnTo>
                    <a:pt x="0" y="869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3985176" y="1043282"/>
              <a:ext cx="664332" cy="869764"/>
            </a:xfrm>
            <a:custGeom>
              <a:avLst/>
              <a:gdLst/>
              <a:ahLst/>
              <a:cxnLst/>
              <a:rect l="l" t="t" r="r" b="b"/>
              <a:pathLst>
                <a:path w="664332" h="869764">
                  <a:moveTo>
                    <a:pt x="0" y="0"/>
                  </a:moveTo>
                  <a:lnTo>
                    <a:pt x="664332" y="0"/>
                  </a:lnTo>
                  <a:lnTo>
                    <a:pt x="664332" y="869764"/>
                  </a:lnTo>
                  <a:lnTo>
                    <a:pt x="0" y="8697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7085825" y="1841737"/>
              <a:ext cx="499574" cy="1173936"/>
              <a:chOff x="0" y="0"/>
              <a:chExt cx="595363" cy="139901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63501" y="712849"/>
                <a:ext cx="453394" cy="622680"/>
              </a:xfrm>
              <a:custGeom>
                <a:avLst/>
                <a:gdLst/>
                <a:ahLst/>
                <a:cxnLst/>
                <a:rect l="l" t="t" r="r" b="b"/>
                <a:pathLst>
                  <a:path w="453394" h="622680">
                    <a:moveTo>
                      <a:pt x="299976" y="16256"/>
                    </a:moveTo>
                    <a:lnTo>
                      <a:pt x="269750" y="46482"/>
                    </a:lnTo>
                    <a:cubicBezTo>
                      <a:pt x="268353" y="47879"/>
                      <a:pt x="266321" y="48768"/>
                      <a:pt x="264416" y="48768"/>
                    </a:cubicBezTo>
                    <a:lnTo>
                      <a:pt x="249303" y="48768"/>
                    </a:lnTo>
                    <a:lnTo>
                      <a:pt x="249303" y="41148"/>
                    </a:lnTo>
                    <a:lnTo>
                      <a:pt x="254637" y="46482"/>
                    </a:lnTo>
                    <a:lnTo>
                      <a:pt x="209297" y="91821"/>
                    </a:lnTo>
                    <a:cubicBezTo>
                      <a:pt x="207900" y="93218"/>
                      <a:pt x="205868" y="94107"/>
                      <a:pt x="203963" y="94107"/>
                    </a:cubicBezTo>
                    <a:lnTo>
                      <a:pt x="188850" y="94107"/>
                    </a:lnTo>
                    <a:lnTo>
                      <a:pt x="188850" y="86487"/>
                    </a:lnTo>
                    <a:lnTo>
                      <a:pt x="194184" y="91821"/>
                    </a:lnTo>
                    <a:lnTo>
                      <a:pt x="148845" y="137160"/>
                    </a:lnTo>
                    <a:cubicBezTo>
                      <a:pt x="147448" y="138557"/>
                      <a:pt x="145416" y="139446"/>
                      <a:pt x="143511" y="139446"/>
                    </a:cubicBezTo>
                    <a:lnTo>
                      <a:pt x="128398" y="139446"/>
                    </a:lnTo>
                    <a:lnTo>
                      <a:pt x="128398" y="131826"/>
                    </a:lnTo>
                    <a:lnTo>
                      <a:pt x="133732" y="137160"/>
                    </a:lnTo>
                    <a:lnTo>
                      <a:pt x="103505" y="167386"/>
                    </a:lnTo>
                    <a:cubicBezTo>
                      <a:pt x="102108" y="168783"/>
                      <a:pt x="100076" y="169672"/>
                      <a:pt x="98171" y="169672"/>
                    </a:cubicBezTo>
                    <a:lnTo>
                      <a:pt x="83185" y="169672"/>
                    </a:lnTo>
                    <a:lnTo>
                      <a:pt x="83185" y="162052"/>
                    </a:lnTo>
                    <a:lnTo>
                      <a:pt x="88519" y="167386"/>
                    </a:lnTo>
                    <a:lnTo>
                      <a:pt x="28067" y="227838"/>
                    </a:lnTo>
                    <a:lnTo>
                      <a:pt x="22733" y="222504"/>
                    </a:lnTo>
                    <a:lnTo>
                      <a:pt x="30353" y="222504"/>
                    </a:lnTo>
                    <a:lnTo>
                      <a:pt x="30353" y="298069"/>
                    </a:lnTo>
                    <a:cubicBezTo>
                      <a:pt x="30353" y="300101"/>
                      <a:pt x="29591" y="302006"/>
                      <a:pt x="28067" y="303403"/>
                    </a:cubicBezTo>
                    <a:lnTo>
                      <a:pt x="12954" y="318389"/>
                    </a:lnTo>
                    <a:lnTo>
                      <a:pt x="7620" y="313055"/>
                    </a:lnTo>
                    <a:lnTo>
                      <a:pt x="15240" y="313055"/>
                    </a:lnTo>
                    <a:lnTo>
                      <a:pt x="15240" y="448944"/>
                    </a:lnTo>
                    <a:lnTo>
                      <a:pt x="7620" y="448944"/>
                    </a:lnTo>
                    <a:lnTo>
                      <a:pt x="12954" y="443610"/>
                    </a:lnTo>
                    <a:lnTo>
                      <a:pt x="28067" y="458723"/>
                    </a:lnTo>
                    <a:cubicBezTo>
                      <a:pt x="29464" y="460120"/>
                      <a:pt x="30353" y="462152"/>
                      <a:pt x="30353" y="464057"/>
                    </a:cubicBezTo>
                    <a:lnTo>
                      <a:pt x="30353" y="494283"/>
                    </a:lnTo>
                    <a:lnTo>
                      <a:pt x="22733" y="494283"/>
                    </a:lnTo>
                    <a:lnTo>
                      <a:pt x="28067" y="488949"/>
                    </a:lnTo>
                    <a:lnTo>
                      <a:pt x="43180" y="503935"/>
                    </a:lnTo>
                    <a:cubicBezTo>
                      <a:pt x="44577" y="505332"/>
                      <a:pt x="45466" y="507364"/>
                      <a:pt x="45466" y="509269"/>
                    </a:cubicBezTo>
                    <a:lnTo>
                      <a:pt x="45466" y="524382"/>
                    </a:lnTo>
                    <a:lnTo>
                      <a:pt x="37846" y="524382"/>
                    </a:lnTo>
                    <a:lnTo>
                      <a:pt x="43180" y="519048"/>
                    </a:lnTo>
                    <a:lnTo>
                      <a:pt x="58293" y="534161"/>
                    </a:lnTo>
                    <a:cubicBezTo>
                      <a:pt x="59690" y="535558"/>
                      <a:pt x="60579" y="537590"/>
                      <a:pt x="60579" y="539495"/>
                    </a:cubicBezTo>
                    <a:lnTo>
                      <a:pt x="60579" y="554608"/>
                    </a:lnTo>
                    <a:lnTo>
                      <a:pt x="52959" y="554608"/>
                    </a:lnTo>
                    <a:lnTo>
                      <a:pt x="58293" y="549274"/>
                    </a:lnTo>
                    <a:lnTo>
                      <a:pt x="88519" y="579500"/>
                    </a:lnTo>
                    <a:cubicBezTo>
                      <a:pt x="89916" y="580897"/>
                      <a:pt x="90805" y="582929"/>
                      <a:pt x="90805" y="584834"/>
                    </a:cubicBezTo>
                    <a:lnTo>
                      <a:pt x="90805" y="599947"/>
                    </a:lnTo>
                    <a:lnTo>
                      <a:pt x="83185" y="599947"/>
                    </a:lnTo>
                    <a:lnTo>
                      <a:pt x="88519" y="594613"/>
                    </a:lnTo>
                    <a:lnTo>
                      <a:pt x="103632" y="609726"/>
                    </a:lnTo>
                    <a:lnTo>
                      <a:pt x="98298" y="615060"/>
                    </a:lnTo>
                    <a:lnTo>
                      <a:pt x="98298" y="607440"/>
                    </a:lnTo>
                    <a:lnTo>
                      <a:pt x="128525" y="607440"/>
                    </a:lnTo>
                    <a:lnTo>
                      <a:pt x="128525" y="615060"/>
                    </a:lnTo>
                    <a:lnTo>
                      <a:pt x="123191" y="609726"/>
                    </a:lnTo>
                    <a:lnTo>
                      <a:pt x="379860" y="352933"/>
                    </a:lnTo>
                    <a:lnTo>
                      <a:pt x="385194" y="358267"/>
                    </a:lnTo>
                    <a:lnTo>
                      <a:pt x="377574" y="358267"/>
                    </a:lnTo>
                    <a:lnTo>
                      <a:pt x="377574" y="343154"/>
                    </a:lnTo>
                    <a:cubicBezTo>
                      <a:pt x="377574" y="341122"/>
                      <a:pt x="378336" y="339217"/>
                      <a:pt x="379860" y="337820"/>
                    </a:cubicBezTo>
                    <a:lnTo>
                      <a:pt x="394973" y="322707"/>
                    </a:lnTo>
                    <a:lnTo>
                      <a:pt x="400307" y="328041"/>
                    </a:lnTo>
                    <a:lnTo>
                      <a:pt x="392687" y="328041"/>
                    </a:lnTo>
                    <a:lnTo>
                      <a:pt x="392687" y="282702"/>
                    </a:lnTo>
                    <a:cubicBezTo>
                      <a:pt x="392687" y="280670"/>
                      <a:pt x="393449" y="278765"/>
                      <a:pt x="394973" y="277368"/>
                    </a:cubicBezTo>
                    <a:lnTo>
                      <a:pt x="410086" y="262255"/>
                    </a:lnTo>
                    <a:lnTo>
                      <a:pt x="415420" y="267589"/>
                    </a:lnTo>
                    <a:lnTo>
                      <a:pt x="407800" y="267589"/>
                    </a:lnTo>
                    <a:lnTo>
                      <a:pt x="407800" y="207264"/>
                    </a:lnTo>
                    <a:cubicBezTo>
                      <a:pt x="407800" y="205232"/>
                      <a:pt x="408562" y="203327"/>
                      <a:pt x="410086" y="201930"/>
                    </a:cubicBezTo>
                    <a:lnTo>
                      <a:pt x="425199" y="186817"/>
                    </a:lnTo>
                    <a:lnTo>
                      <a:pt x="430533" y="192151"/>
                    </a:lnTo>
                    <a:lnTo>
                      <a:pt x="422913" y="192151"/>
                    </a:lnTo>
                    <a:lnTo>
                      <a:pt x="422913" y="177038"/>
                    </a:lnTo>
                    <a:cubicBezTo>
                      <a:pt x="422913" y="175006"/>
                      <a:pt x="423675" y="173101"/>
                      <a:pt x="425199" y="171704"/>
                    </a:cubicBezTo>
                    <a:lnTo>
                      <a:pt x="440312" y="156591"/>
                    </a:lnTo>
                    <a:lnTo>
                      <a:pt x="445646" y="161925"/>
                    </a:lnTo>
                    <a:lnTo>
                      <a:pt x="438026" y="161925"/>
                    </a:lnTo>
                    <a:lnTo>
                      <a:pt x="438026" y="116586"/>
                    </a:lnTo>
                    <a:lnTo>
                      <a:pt x="445646" y="116586"/>
                    </a:lnTo>
                    <a:lnTo>
                      <a:pt x="440312" y="121920"/>
                    </a:lnTo>
                    <a:lnTo>
                      <a:pt x="425199" y="106807"/>
                    </a:lnTo>
                    <a:cubicBezTo>
                      <a:pt x="423802" y="105410"/>
                      <a:pt x="422913" y="103378"/>
                      <a:pt x="422913" y="101473"/>
                    </a:cubicBezTo>
                    <a:lnTo>
                      <a:pt x="422913" y="71247"/>
                    </a:lnTo>
                    <a:lnTo>
                      <a:pt x="430533" y="71247"/>
                    </a:lnTo>
                    <a:lnTo>
                      <a:pt x="425199" y="76581"/>
                    </a:lnTo>
                    <a:lnTo>
                      <a:pt x="410086" y="61468"/>
                    </a:lnTo>
                    <a:lnTo>
                      <a:pt x="415420" y="56134"/>
                    </a:lnTo>
                    <a:lnTo>
                      <a:pt x="415420" y="63754"/>
                    </a:lnTo>
                    <a:lnTo>
                      <a:pt x="400307" y="63754"/>
                    </a:lnTo>
                    <a:lnTo>
                      <a:pt x="400307" y="56134"/>
                    </a:lnTo>
                    <a:lnTo>
                      <a:pt x="405641" y="61468"/>
                    </a:lnTo>
                    <a:lnTo>
                      <a:pt x="390528" y="76581"/>
                    </a:lnTo>
                    <a:cubicBezTo>
                      <a:pt x="389131" y="77978"/>
                      <a:pt x="387099" y="78867"/>
                      <a:pt x="385194" y="78867"/>
                    </a:cubicBezTo>
                    <a:cubicBezTo>
                      <a:pt x="383289" y="78867"/>
                      <a:pt x="381257" y="78105"/>
                      <a:pt x="379860" y="76581"/>
                    </a:cubicBezTo>
                    <a:lnTo>
                      <a:pt x="319407" y="16129"/>
                    </a:lnTo>
                    <a:lnTo>
                      <a:pt x="314073" y="10795"/>
                    </a:lnTo>
                    <a:lnTo>
                      <a:pt x="324868" y="0"/>
                    </a:lnTo>
                    <a:lnTo>
                      <a:pt x="330202" y="5334"/>
                    </a:lnTo>
                    <a:lnTo>
                      <a:pt x="390655" y="65786"/>
                    </a:lnTo>
                    <a:lnTo>
                      <a:pt x="385321" y="71120"/>
                    </a:lnTo>
                    <a:lnTo>
                      <a:pt x="379987" y="65786"/>
                    </a:lnTo>
                    <a:lnTo>
                      <a:pt x="395100" y="50673"/>
                    </a:lnTo>
                    <a:cubicBezTo>
                      <a:pt x="396497" y="49276"/>
                      <a:pt x="398529" y="48387"/>
                      <a:pt x="400434" y="48387"/>
                    </a:cubicBezTo>
                    <a:lnTo>
                      <a:pt x="415547" y="48387"/>
                    </a:lnTo>
                    <a:cubicBezTo>
                      <a:pt x="417579" y="48387"/>
                      <a:pt x="419484" y="49149"/>
                      <a:pt x="420881" y="50673"/>
                    </a:cubicBezTo>
                    <a:lnTo>
                      <a:pt x="435994" y="65786"/>
                    </a:lnTo>
                    <a:cubicBezTo>
                      <a:pt x="437391" y="67183"/>
                      <a:pt x="438280" y="69215"/>
                      <a:pt x="438280" y="71120"/>
                    </a:cubicBezTo>
                    <a:lnTo>
                      <a:pt x="438280" y="101346"/>
                    </a:lnTo>
                    <a:lnTo>
                      <a:pt x="430660" y="101346"/>
                    </a:lnTo>
                    <a:lnTo>
                      <a:pt x="435994" y="96012"/>
                    </a:lnTo>
                    <a:lnTo>
                      <a:pt x="451108" y="111125"/>
                    </a:lnTo>
                    <a:cubicBezTo>
                      <a:pt x="452505" y="112522"/>
                      <a:pt x="453394" y="114554"/>
                      <a:pt x="453394" y="116459"/>
                    </a:cubicBezTo>
                    <a:lnTo>
                      <a:pt x="453394" y="161798"/>
                    </a:lnTo>
                    <a:cubicBezTo>
                      <a:pt x="453394" y="163830"/>
                      <a:pt x="452631" y="165735"/>
                      <a:pt x="451108" y="167132"/>
                    </a:cubicBezTo>
                    <a:lnTo>
                      <a:pt x="435994" y="182245"/>
                    </a:lnTo>
                    <a:lnTo>
                      <a:pt x="430660" y="176911"/>
                    </a:lnTo>
                    <a:lnTo>
                      <a:pt x="438280" y="176911"/>
                    </a:lnTo>
                    <a:lnTo>
                      <a:pt x="438280" y="192024"/>
                    </a:lnTo>
                    <a:cubicBezTo>
                      <a:pt x="438280" y="194056"/>
                      <a:pt x="437518" y="195961"/>
                      <a:pt x="435994" y="197358"/>
                    </a:cubicBezTo>
                    <a:lnTo>
                      <a:pt x="420881" y="212471"/>
                    </a:lnTo>
                    <a:lnTo>
                      <a:pt x="415547" y="207137"/>
                    </a:lnTo>
                    <a:lnTo>
                      <a:pt x="423167" y="207137"/>
                    </a:lnTo>
                    <a:lnTo>
                      <a:pt x="423167" y="267589"/>
                    </a:lnTo>
                    <a:cubicBezTo>
                      <a:pt x="423167" y="269621"/>
                      <a:pt x="422405" y="271526"/>
                      <a:pt x="420881" y="272923"/>
                    </a:cubicBezTo>
                    <a:lnTo>
                      <a:pt x="405768" y="288036"/>
                    </a:lnTo>
                    <a:lnTo>
                      <a:pt x="400434" y="282702"/>
                    </a:lnTo>
                    <a:lnTo>
                      <a:pt x="408054" y="282702"/>
                    </a:lnTo>
                    <a:lnTo>
                      <a:pt x="408054" y="328041"/>
                    </a:lnTo>
                    <a:cubicBezTo>
                      <a:pt x="408054" y="330073"/>
                      <a:pt x="407292" y="331978"/>
                      <a:pt x="405768" y="333375"/>
                    </a:cubicBezTo>
                    <a:lnTo>
                      <a:pt x="390655" y="348488"/>
                    </a:lnTo>
                    <a:lnTo>
                      <a:pt x="385321" y="343154"/>
                    </a:lnTo>
                    <a:lnTo>
                      <a:pt x="392941" y="343154"/>
                    </a:lnTo>
                    <a:lnTo>
                      <a:pt x="392941" y="358267"/>
                    </a:lnTo>
                    <a:cubicBezTo>
                      <a:pt x="392941" y="360299"/>
                      <a:pt x="392179" y="362204"/>
                      <a:pt x="390655" y="363601"/>
                    </a:cubicBezTo>
                    <a:lnTo>
                      <a:pt x="133859" y="620394"/>
                    </a:lnTo>
                    <a:cubicBezTo>
                      <a:pt x="132462" y="621791"/>
                      <a:pt x="130430" y="622680"/>
                      <a:pt x="128525" y="622680"/>
                    </a:cubicBezTo>
                    <a:lnTo>
                      <a:pt x="98298" y="622680"/>
                    </a:lnTo>
                    <a:cubicBezTo>
                      <a:pt x="96266" y="622680"/>
                      <a:pt x="94361" y="621918"/>
                      <a:pt x="92964" y="620394"/>
                    </a:cubicBezTo>
                    <a:lnTo>
                      <a:pt x="77851" y="605281"/>
                    </a:lnTo>
                    <a:cubicBezTo>
                      <a:pt x="76454" y="603884"/>
                      <a:pt x="75565" y="601852"/>
                      <a:pt x="75565" y="599947"/>
                    </a:cubicBezTo>
                    <a:lnTo>
                      <a:pt x="75565" y="584834"/>
                    </a:lnTo>
                    <a:lnTo>
                      <a:pt x="83185" y="584834"/>
                    </a:lnTo>
                    <a:lnTo>
                      <a:pt x="77851" y="590168"/>
                    </a:lnTo>
                    <a:lnTo>
                      <a:pt x="47625" y="559942"/>
                    </a:lnTo>
                    <a:cubicBezTo>
                      <a:pt x="46228" y="558545"/>
                      <a:pt x="45339" y="556513"/>
                      <a:pt x="45339" y="554608"/>
                    </a:cubicBezTo>
                    <a:lnTo>
                      <a:pt x="45339" y="539495"/>
                    </a:lnTo>
                    <a:lnTo>
                      <a:pt x="52959" y="539495"/>
                    </a:lnTo>
                    <a:lnTo>
                      <a:pt x="47625" y="544829"/>
                    </a:lnTo>
                    <a:lnTo>
                      <a:pt x="32512" y="529716"/>
                    </a:lnTo>
                    <a:cubicBezTo>
                      <a:pt x="31115" y="528319"/>
                      <a:pt x="30226" y="526287"/>
                      <a:pt x="30226" y="524382"/>
                    </a:cubicBezTo>
                    <a:lnTo>
                      <a:pt x="30226" y="509269"/>
                    </a:lnTo>
                    <a:lnTo>
                      <a:pt x="37846" y="509269"/>
                    </a:lnTo>
                    <a:lnTo>
                      <a:pt x="32512" y="514603"/>
                    </a:lnTo>
                    <a:lnTo>
                      <a:pt x="17399" y="499490"/>
                    </a:lnTo>
                    <a:cubicBezTo>
                      <a:pt x="16002" y="498093"/>
                      <a:pt x="15113" y="496061"/>
                      <a:pt x="15113" y="494156"/>
                    </a:cubicBezTo>
                    <a:lnTo>
                      <a:pt x="15113" y="464057"/>
                    </a:lnTo>
                    <a:lnTo>
                      <a:pt x="22733" y="464057"/>
                    </a:lnTo>
                    <a:lnTo>
                      <a:pt x="17399" y="469391"/>
                    </a:lnTo>
                    <a:lnTo>
                      <a:pt x="2286" y="454279"/>
                    </a:lnTo>
                    <a:cubicBezTo>
                      <a:pt x="889" y="452881"/>
                      <a:pt x="0" y="450850"/>
                      <a:pt x="0" y="448945"/>
                    </a:cubicBezTo>
                    <a:lnTo>
                      <a:pt x="0" y="312928"/>
                    </a:lnTo>
                    <a:cubicBezTo>
                      <a:pt x="0" y="310896"/>
                      <a:pt x="762" y="308991"/>
                      <a:pt x="2286" y="307594"/>
                    </a:cubicBezTo>
                    <a:lnTo>
                      <a:pt x="17399" y="292481"/>
                    </a:lnTo>
                    <a:lnTo>
                      <a:pt x="22733" y="297815"/>
                    </a:lnTo>
                    <a:lnTo>
                      <a:pt x="15113" y="297815"/>
                    </a:lnTo>
                    <a:lnTo>
                      <a:pt x="15113" y="222377"/>
                    </a:lnTo>
                    <a:cubicBezTo>
                      <a:pt x="15113" y="220345"/>
                      <a:pt x="15875" y="218440"/>
                      <a:pt x="17399" y="217043"/>
                    </a:cubicBezTo>
                    <a:lnTo>
                      <a:pt x="77851" y="156591"/>
                    </a:lnTo>
                    <a:cubicBezTo>
                      <a:pt x="79248" y="155194"/>
                      <a:pt x="81280" y="154305"/>
                      <a:pt x="83185" y="154305"/>
                    </a:cubicBezTo>
                    <a:lnTo>
                      <a:pt x="98298" y="154305"/>
                    </a:lnTo>
                    <a:lnTo>
                      <a:pt x="98298" y="161925"/>
                    </a:lnTo>
                    <a:lnTo>
                      <a:pt x="92964" y="156591"/>
                    </a:lnTo>
                    <a:lnTo>
                      <a:pt x="123191" y="126365"/>
                    </a:lnTo>
                    <a:cubicBezTo>
                      <a:pt x="124588" y="124968"/>
                      <a:pt x="126620" y="124079"/>
                      <a:pt x="128525" y="124079"/>
                    </a:cubicBezTo>
                    <a:lnTo>
                      <a:pt x="143511" y="124079"/>
                    </a:lnTo>
                    <a:lnTo>
                      <a:pt x="143511" y="131699"/>
                    </a:lnTo>
                    <a:lnTo>
                      <a:pt x="138177" y="126365"/>
                    </a:lnTo>
                    <a:lnTo>
                      <a:pt x="183516" y="81026"/>
                    </a:lnTo>
                    <a:cubicBezTo>
                      <a:pt x="184913" y="79629"/>
                      <a:pt x="186945" y="78740"/>
                      <a:pt x="188850" y="78740"/>
                    </a:cubicBezTo>
                    <a:lnTo>
                      <a:pt x="203963" y="78740"/>
                    </a:lnTo>
                    <a:lnTo>
                      <a:pt x="203963" y="86360"/>
                    </a:lnTo>
                    <a:lnTo>
                      <a:pt x="198629" y="81026"/>
                    </a:lnTo>
                    <a:lnTo>
                      <a:pt x="243969" y="35687"/>
                    </a:lnTo>
                    <a:cubicBezTo>
                      <a:pt x="245366" y="34290"/>
                      <a:pt x="247398" y="33401"/>
                      <a:pt x="249303" y="33401"/>
                    </a:cubicBezTo>
                    <a:lnTo>
                      <a:pt x="264416" y="33401"/>
                    </a:lnTo>
                    <a:lnTo>
                      <a:pt x="264416" y="41021"/>
                    </a:lnTo>
                    <a:lnTo>
                      <a:pt x="259082" y="35687"/>
                    </a:lnTo>
                    <a:lnTo>
                      <a:pt x="289308" y="5461"/>
                    </a:lnTo>
                    <a:lnTo>
                      <a:pt x="294642" y="127"/>
                    </a:lnTo>
                    <a:lnTo>
                      <a:pt x="305437" y="10922"/>
                    </a:ln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305057" y="63500"/>
                <a:ext cx="226951" cy="547115"/>
              </a:xfrm>
              <a:custGeom>
                <a:avLst/>
                <a:gdLst/>
                <a:ahLst/>
                <a:cxnLst/>
                <a:rect l="l" t="t" r="r" b="b"/>
                <a:pathLst>
                  <a:path w="226951" h="547115">
                    <a:moveTo>
                      <a:pt x="73533" y="16129"/>
                    </a:moveTo>
                    <a:lnTo>
                      <a:pt x="58420" y="31242"/>
                    </a:lnTo>
                    <a:cubicBezTo>
                      <a:pt x="57023" y="32639"/>
                      <a:pt x="54991" y="33528"/>
                      <a:pt x="53086" y="33528"/>
                    </a:cubicBezTo>
                    <a:lnTo>
                      <a:pt x="37973" y="33528"/>
                    </a:lnTo>
                    <a:lnTo>
                      <a:pt x="37973" y="25908"/>
                    </a:lnTo>
                    <a:lnTo>
                      <a:pt x="43307" y="31242"/>
                    </a:lnTo>
                    <a:lnTo>
                      <a:pt x="13081" y="61468"/>
                    </a:lnTo>
                    <a:lnTo>
                      <a:pt x="7747" y="56134"/>
                    </a:lnTo>
                    <a:lnTo>
                      <a:pt x="15367" y="56134"/>
                    </a:lnTo>
                    <a:lnTo>
                      <a:pt x="15367" y="192023"/>
                    </a:lnTo>
                    <a:lnTo>
                      <a:pt x="7747" y="192023"/>
                    </a:lnTo>
                    <a:lnTo>
                      <a:pt x="13081" y="186689"/>
                    </a:lnTo>
                    <a:lnTo>
                      <a:pt x="28194" y="201802"/>
                    </a:lnTo>
                    <a:cubicBezTo>
                      <a:pt x="29591" y="203199"/>
                      <a:pt x="30480" y="205231"/>
                      <a:pt x="30480" y="207136"/>
                    </a:cubicBezTo>
                    <a:lnTo>
                      <a:pt x="30480" y="267588"/>
                    </a:lnTo>
                    <a:lnTo>
                      <a:pt x="22860" y="267588"/>
                    </a:lnTo>
                    <a:lnTo>
                      <a:pt x="28194" y="262254"/>
                    </a:lnTo>
                    <a:lnTo>
                      <a:pt x="43307" y="277367"/>
                    </a:lnTo>
                    <a:cubicBezTo>
                      <a:pt x="44704" y="278764"/>
                      <a:pt x="45593" y="280796"/>
                      <a:pt x="45593" y="282701"/>
                    </a:cubicBezTo>
                    <a:lnTo>
                      <a:pt x="45593" y="328040"/>
                    </a:lnTo>
                    <a:lnTo>
                      <a:pt x="37973" y="328040"/>
                    </a:lnTo>
                    <a:lnTo>
                      <a:pt x="43307" y="322706"/>
                    </a:lnTo>
                    <a:lnTo>
                      <a:pt x="58420" y="337819"/>
                    </a:lnTo>
                    <a:cubicBezTo>
                      <a:pt x="59817" y="339216"/>
                      <a:pt x="60706" y="341248"/>
                      <a:pt x="60706" y="343153"/>
                    </a:cubicBezTo>
                    <a:lnTo>
                      <a:pt x="60706" y="403605"/>
                    </a:lnTo>
                    <a:lnTo>
                      <a:pt x="53086" y="403605"/>
                    </a:lnTo>
                    <a:lnTo>
                      <a:pt x="58420" y="398271"/>
                    </a:lnTo>
                    <a:lnTo>
                      <a:pt x="73533" y="413384"/>
                    </a:lnTo>
                    <a:cubicBezTo>
                      <a:pt x="74930" y="414781"/>
                      <a:pt x="75819" y="416813"/>
                      <a:pt x="75819" y="418718"/>
                    </a:cubicBezTo>
                    <a:lnTo>
                      <a:pt x="75819" y="464057"/>
                    </a:lnTo>
                    <a:lnTo>
                      <a:pt x="68199" y="464057"/>
                    </a:lnTo>
                    <a:lnTo>
                      <a:pt x="73533" y="458723"/>
                    </a:lnTo>
                    <a:lnTo>
                      <a:pt x="88646" y="473582"/>
                    </a:lnTo>
                    <a:cubicBezTo>
                      <a:pt x="90043" y="474979"/>
                      <a:pt x="90932" y="477011"/>
                      <a:pt x="90932" y="478916"/>
                    </a:cubicBezTo>
                    <a:lnTo>
                      <a:pt x="90932" y="509142"/>
                    </a:lnTo>
                    <a:lnTo>
                      <a:pt x="83312" y="509142"/>
                    </a:lnTo>
                    <a:lnTo>
                      <a:pt x="88646" y="503808"/>
                    </a:lnTo>
                    <a:lnTo>
                      <a:pt x="118873" y="534034"/>
                    </a:lnTo>
                    <a:lnTo>
                      <a:pt x="113539" y="539368"/>
                    </a:lnTo>
                    <a:lnTo>
                      <a:pt x="108205" y="534034"/>
                    </a:lnTo>
                    <a:lnTo>
                      <a:pt x="123318" y="518921"/>
                    </a:lnTo>
                    <a:cubicBezTo>
                      <a:pt x="124715" y="517524"/>
                      <a:pt x="126747" y="516635"/>
                      <a:pt x="128652" y="516635"/>
                    </a:cubicBezTo>
                    <a:lnTo>
                      <a:pt x="143765" y="516635"/>
                    </a:lnTo>
                    <a:cubicBezTo>
                      <a:pt x="145797" y="516635"/>
                      <a:pt x="147702" y="517397"/>
                      <a:pt x="149099" y="518921"/>
                    </a:cubicBezTo>
                    <a:lnTo>
                      <a:pt x="164212" y="534034"/>
                    </a:lnTo>
                    <a:lnTo>
                      <a:pt x="158878" y="539368"/>
                    </a:lnTo>
                    <a:lnTo>
                      <a:pt x="158878" y="531748"/>
                    </a:lnTo>
                    <a:lnTo>
                      <a:pt x="188977" y="531748"/>
                    </a:lnTo>
                    <a:lnTo>
                      <a:pt x="188977" y="539368"/>
                    </a:lnTo>
                    <a:lnTo>
                      <a:pt x="183643" y="534034"/>
                    </a:lnTo>
                    <a:lnTo>
                      <a:pt x="198756" y="518921"/>
                    </a:lnTo>
                    <a:lnTo>
                      <a:pt x="204090" y="524255"/>
                    </a:lnTo>
                    <a:lnTo>
                      <a:pt x="196470" y="524255"/>
                    </a:lnTo>
                    <a:lnTo>
                      <a:pt x="196470" y="509142"/>
                    </a:lnTo>
                    <a:cubicBezTo>
                      <a:pt x="196470" y="507110"/>
                      <a:pt x="197232" y="505205"/>
                      <a:pt x="198756" y="503808"/>
                    </a:cubicBezTo>
                    <a:lnTo>
                      <a:pt x="213870" y="488695"/>
                    </a:lnTo>
                    <a:lnTo>
                      <a:pt x="219204" y="494029"/>
                    </a:lnTo>
                    <a:lnTo>
                      <a:pt x="211584" y="494029"/>
                    </a:lnTo>
                    <a:lnTo>
                      <a:pt x="211584" y="267588"/>
                    </a:lnTo>
                    <a:lnTo>
                      <a:pt x="219204" y="267588"/>
                    </a:lnTo>
                    <a:lnTo>
                      <a:pt x="213870" y="272922"/>
                    </a:lnTo>
                    <a:lnTo>
                      <a:pt x="198756" y="257809"/>
                    </a:lnTo>
                    <a:cubicBezTo>
                      <a:pt x="197359" y="256412"/>
                      <a:pt x="196470" y="254380"/>
                      <a:pt x="196470" y="252475"/>
                    </a:cubicBezTo>
                    <a:lnTo>
                      <a:pt x="196470" y="207136"/>
                    </a:lnTo>
                    <a:lnTo>
                      <a:pt x="204090" y="207136"/>
                    </a:lnTo>
                    <a:lnTo>
                      <a:pt x="198756" y="212470"/>
                    </a:lnTo>
                    <a:lnTo>
                      <a:pt x="183643" y="197357"/>
                    </a:lnTo>
                    <a:cubicBezTo>
                      <a:pt x="182246" y="195960"/>
                      <a:pt x="181357" y="193928"/>
                      <a:pt x="181357" y="192023"/>
                    </a:cubicBezTo>
                    <a:lnTo>
                      <a:pt x="181357" y="161798"/>
                    </a:lnTo>
                    <a:lnTo>
                      <a:pt x="188977" y="161798"/>
                    </a:lnTo>
                    <a:lnTo>
                      <a:pt x="183643" y="167131"/>
                    </a:lnTo>
                    <a:lnTo>
                      <a:pt x="168530" y="152019"/>
                    </a:lnTo>
                    <a:cubicBezTo>
                      <a:pt x="167133" y="150622"/>
                      <a:pt x="166244" y="148590"/>
                      <a:pt x="166244" y="146685"/>
                    </a:cubicBezTo>
                    <a:lnTo>
                      <a:pt x="166244" y="116459"/>
                    </a:lnTo>
                    <a:lnTo>
                      <a:pt x="173864" y="116459"/>
                    </a:lnTo>
                    <a:lnTo>
                      <a:pt x="168530" y="121793"/>
                    </a:lnTo>
                    <a:lnTo>
                      <a:pt x="153417" y="106680"/>
                    </a:lnTo>
                    <a:cubicBezTo>
                      <a:pt x="152020" y="105283"/>
                      <a:pt x="151131" y="103251"/>
                      <a:pt x="151131" y="101346"/>
                    </a:cubicBezTo>
                    <a:lnTo>
                      <a:pt x="151131" y="71247"/>
                    </a:lnTo>
                    <a:lnTo>
                      <a:pt x="158751" y="71247"/>
                    </a:lnTo>
                    <a:lnTo>
                      <a:pt x="153417" y="76581"/>
                    </a:lnTo>
                    <a:lnTo>
                      <a:pt x="138304" y="61468"/>
                    </a:lnTo>
                    <a:cubicBezTo>
                      <a:pt x="136907" y="60071"/>
                      <a:pt x="136018" y="58039"/>
                      <a:pt x="136018" y="56134"/>
                    </a:cubicBezTo>
                    <a:lnTo>
                      <a:pt x="136018" y="25908"/>
                    </a:lnTo>
                    <a:lnTo>
                      <a:pt x="143638" y="25908"/>
                    </a:lnTo>
                    <a:lnTo>
                      <a:pt x="138304" y="31242"/>
                    </a:lnTo>
                    <a:lnTo>
                      <a:pt x="123191" y="16129"/>
                    </a:lnTo>
                    <a:lnTo>
                      <a:pt x="117857" y="10795"/>
                    </a:lnTo>
                    <a:lnTo>
                      <a:pt x="128652" y="0"/>
                    </a:lnTo>
                    <a:lnTo>
                      <a:pt x="133986" y="5334"/>
                    </a:lnTo>
                    <a:lnTo>
                      <a:pt x="149099" y="20447"/>
                    </a:lnTo>
                    <a:cubicBezTo>
                      <a:pt x="150496" y="21844"/>
                      <a:pt x="151385" y="23876"/>
                      <a:pt x="151385" y="25781"/>
                    </a:cubicBezTo>
                    <a:lnTo>
                      <a:pt x="151385" y="56134"/>
                    </a:lnTo>
                    <a:lnTo>
                      <a:pt x="143765" y="56134"/>
                    </a:lnTo>
                    <a:lnTo>
                      <a:pt x="149099" y="50800"/>
                    </a:lnTo>
                    <a:lnTo>
                      <a:pt x="164212" y="65913"/>
                    </a:lnTo>
                    <a:cubicBezTo>
                      <a:pt x="165609" y="67310"/>
                      <a:pt x="166498" y="69342"/>
                      <a:pt x="166498" y="71247"/>
                    </a:cubicBezTo>
                    <a:lnTo>
                      <a:pt x="166498" y="101473"/>
                    </a:lnTo>
                    <a:lnTo>
                      <a:pt x="158878" y="101473"/>
                    </a:lnTo>
                    <a:lnTo>
                      <a:pt x="164212" y="96139"/>
                    </a:lnTo>
                    <a:lnTo>
                      <a:pt x="179325" y="111252"/>
                    </a:lnTo>
                    <a:cubicBezTo>
                      <a:pt x="180722" y="112649"/>
                      <a:pt x="181611" y="114681"/>
                      <a:pt x="181611" y="116586"/>
                    </a:cubicBezTo>
                    <a:lnTo>
                      <a:pt x="181611" y="146812"/>
                    </a:lnTo>
                    <a:lnTo>
                      <a:pt x="173991" y="146812"/>
                    </a:lnTo>
                    <a:lnTo>
                      <a:pt x="179325" y="141478"/>
                    </a:lnTo>
                    <a:lnTo>
                      <a:pt x="194438" y="156591"/>
                    </a:lnTo>
                    <a:cubicBezTo>
                      <a:pt x="195835" y="157988"/>
                      <a:pt x="196724" y="160020"/>
                      <a:pt x="196724" y="161925"/>
                    </a:cubicBezTo>
                    <a:lnTo>
                      <a:pt x="196724" y="192150"/>
                    </a:lnTo>
                    <a:lnTo>
                      <a:pt x="189104" y="192150"/>
                    </a:lnTo>
                    <a:lnTo>
                      <a:pt x="194438" y="186816"/>
                    </a:lnTo>
                    <a:lnTo>
                      <a:pt x="209552" y="201929"/>
                    </a:lnTo>
                    <a:cubicBezTo>
                      <a:pt x="210949" y="203326"/>
                      <a:pt x="211838" y="205358"/>
                      <a:pt x="211838" y="207263"/>
                    </a:cubicBezTo>
                    <a:lnTo>
                      <a:pt x="211838" y="252602"/>
                    </a:lnTo>
                    <a:lnTo>
                      <a:pt x="204217" y="252602"/>
                    </a:lnTo>
                    <a:lnTo>
                      <a:pt x="209552" y="247268"/>
                    </a:lnTo>
                    <a:lnTo>
                      <a:pt x="224665" y="262381"/>
                    </a:lnTo>
                    <a:cubicBezTo>
                      <a:pt x="226062" y="263778"/>
                      <a:pt x="226951" y="265810"/>
                      <a:pt x="226951" y="267715"/>
                    </a:cubicBezTo>
                    <a:lnTo>
                      <a:pt x="226951" y="494156"/>
                    </a:lnTo>
                    <a:cubicBezTo>
                      <a:pt x="226951" y="496188"/>
                      <a:pt x="226189" y="498093"/>
                      <a:pt x="224665" y="499490"/>
                    </a:cubicBezTo>
                    <a:lnTo>
                      <a:pt x="209552" y="514603"/>
                    </a:lnTo>
                    <a:lnTo>
                      <a:pt x="204217" y="509269"/>
                    </a:lnTo>
                    <a:lnTo>
                      <a:pt x="211838" y="509269"/>
                    </a:lnTo>
                    <a:lnTo>
                      <a:pt x="211838" y="524382"/>
                    </a:lnTo>
                    <a:cubicBezTo>
                      <a:pt x="211838" y="526414"/>
                      <a:pt x="211076" y="528319"/>
                      <a:pt x="209552" y="529716"/>
                    </a:cubicBezTo>
                    <a:lnTo>
                      <a:pt x="194311" y="544829"/>
                    </a:lnTo>
                    <a:cubicBezTo>
                      <a:pt x="192914" y="546226"/>
                      <a:pt x="190882" y="547115"/>
                      <a:pt x="188977" y="547115"/>
                    </a:cubicBezTo>
                    <a:lnTo>
                      <a:pt x="158751" y="547115"/>
                    </a:lnTo>
                    <a:cubicBezTo>
                      <a:pt x="156719" y="547115"/>
                      <a:pt x="154814" y="546353"/>
                      <a:pt x="153417" y="544829"/>
                    </a:cubicBezTo>
                    <a:lnTo>
                      <a:pt x="138304" y="529716"/>
                    </a:lnTo>
                    <a:lnTo>
                      <a:pt x="143638" y="524382"/>
                    </a:lnTo>
                    <a:lnTo>
                      <a:pt x="143638" y="532002"/>
                    </a:lnTo>
                    <a:lnTo>
                      <a:pt x="128525" y="532002"/>
                    </a:lnTo>
                    <a:lnTo>
                      <a:pt x="128525" y="524382"/>
                    </a:lnTo>
                    <a:lnTo>
                      <a:pt x="133859" y="529716"/>
                    </a:lnTo>
                    <a:lnTo>
                      <a:pt x="118746" y="544829"/>
                    </a:lnTo>
                    <a:cubicBezTo>
                      <a:pt x="117349" y="546226"/>
                      <a:pt x="115317" y="547115"/>
                      <a:pt x="113412" y="547115"/>
                    </a:cubicBezTo>
                    <a:cubicBezTo>
                      <a:pt x="111507" y="547115"/>
                      <a:pt x="109475" y="546353"/>
                      <a:pt x="108078" y="544829"/>
                    </a:cubicBezTo>
                    <a:lnTo>
                      <a:pt x="77851" y="514603"/>
                    </a:lnTo>
                    <a:cubicBezTo>
                      <a:pt x="76454" y="513206"/>
                      <a:pt x="75565" y="511174"/>
                      <a:pt x="75565" y="509269"/>
                    </a:cubicBezTo>
                    <a:lnTo>
                      <a:pt x="75565" y="479043"/>
                    </a:lnTo>
                    <a:lnTo>
                      <a:pt x="83185" y="479043"/>
                    </a:lnTo>
                    <a:lnTo>
                      <a:pt x="77851" y="484377"/>
                    </a:lnTo>
                    <a:lnTo>
                      <a:pt x="62738" y="469264"/>
                    </a:lnTo>
                    <a:cubicBezTo>
                      <a:pt x="61341" y="467867"/>
                      <a:pt x="60452" y="465835"/>
                      <a:pt x="60452" y="463930"/>
                    </a:cubicBezTo>
                    <a:lnTo>
                      <a:pt x="60452" y="418591"/>
                    </a:lnTo>
                    <a:lnTo>
                      <a:pt x="68072" y="418591"/>
                    </a:lnTo>
                    <a:lnTo>
                      <a:pt x="62738" y="423925"/>
                    </a:lnTo>
                    <a:lnTo>
                      <a:pt x="47625" y="408812"/>
                    </a:lnTo>
                    <a:cubicBezTo>
                      <a:pt x="46228" y="407415"/>
                      <a:pt x="45339" y="405383"/>
                      <a:pt x="45339" y="403478"/>
                    </a:cubicBezTo>
                    <a:lnTo>
                      <a:pt x="45339" y="343026"/>
                    </a:lnTo>
                    <a:lnTo>
                      <a:pt x="52959" y="343026"/>
                    </a:lnTo>
                    <a:lnTo>
                      <a:pt x="47625" y="348360"/>
                    </a:lnTo>
                    <a:lnTo>
                      <a:pt x="32512" y="333247"/>
                    </a:lnTo>
                    <a:cubicBezTo>
                      <a:pt x="31115" y="331850"/>
                      <a:pt x="30226" y="329818"/>
                      <a:pt x="30226" y="327913"/>
                    </a:cubicBezTo>
                    <a:lnTo>
                      <a:pt x="30226" y="282701"/>
                    </a:lnTo>
                    <a:lnTo>
                      <a:pt x="37846" y="282701"/>
                    </a:lnTo>
                    <a:lnTo>
                      <a:pt x="32512" y="288035"/>
                    </a:lnTo>
                    <a:lnTo>
                      <a:pt x="17399" y="272922"/>
                    </a:lnTo>
                    <a:cubicBezTo>
                      <a:pt x="16002" y="271525"/>
                      <a:pt x="15113" y="269493"/>
                      <a:pt x="15113" y="267588"/>
                    </a:cubicBezTo>
                    <a:lnTo>
                      <a:pt x="15113" y="207136"/>
                    </a:lnTo>
                    <a:lnTo>
                      <a:pt x="22733" y="207136"/>
                    </a:lnTo>
                    <a:lnTo>
                      <a:pt x="17399" y="212470"/>
                    </a:lnTo>
                    <a:lnTo>
                      <a:pt x="2286" y="197357"/>
                    </a:lnTo>
                    <a:cubicBezTo>
                      <a:pt x="889" y="195960"/>
                      <a:pt x="0" y="193928"/>
                      <a:pt x="0" y="192023"/>
                    </a:cubicBezTo>
                    <a:lnTo>
                      <a:pt x="0" y="56134"/>
                    </a:lnTo>
                    <a:cubicBezTo>
                      <a:pt x="0" y="54102"/>
                      <a:pt x="762" y="52197"/>
                      <a:pt x="2286" y="50800"/>
                    </a:cubicBezTo>
                    <a:lnTo>
                      <a:pt x="32512" y="20574"/>
                    </a:lnTo>
                    <a:cubicBezTo>
                      <a:pt x="33909" y="19177"/>
                      <a:pt x="35941" y="18288"/>
                      <a:pt x="37846" y="18288"/>
                    </a:cubicBezTo>
                    <a:lnTo>
                      <a:pt x="53086" y="18288"/>
                    </a:lnTo>
                    <a:lnTo>
                      <a:pt x="53086" y="25908"/>
                    </a:lnTo>
                    <a:lnTo>
                      <a:pt x="47752" y="20574"/>
                    </a:lnTo>
                    <a:lnTo>
                      <a:pt x="62865" y="5461"/>
                    </a:lnTo>
                    <a:lnTo>
                      <a:pt x="68199" y="127"/>
                    </a:lnTo>
                    <a:lnTo>
                      <a:pt x="78994" y="10922"/>
                    </a:ln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305057" y="63500"/>
                <a:ext cx="226951" cy="547115"/>
              </a:xfrm>
              <a:custGeom>
                <a:avLst/>
                <a:gdLst/>
                <a:ahLst/>
                <a:cxnLst/>
                <a:rect l="l" t="t" r="r" b="b"/>
                <a:pathLst>
                  <a:path w="226951" h="547115">
                    <a:moveTo>
                      <a:pt x="73533" y="16129"/>
                    </a:moveTo>
                    <a:lnTo>
                      <a:pt x="58420" y="31242"/>
                    </a:lnTo>
                    <a:cubicBezTo>
                      <a:pt x="57023" y="32639"/>
                      <a:pt x="54991" y="33528"/>
                      <a:pt x="53086" y="33528"/>
                    </a:cubicBezTo>
                    <a:lnTo>
                      <a:pt x="37973" y="33528"/>
                    </a:lnTo>
                    <a:lnTo>
                      <a:pt x="37973" y="25908"/>
                    </a:lnTo>
                    <a:lnTo>
                      <a:pt x="43307" y="31242"/>
                    </a:lnTo>
                    <a:lnTo>
                      <a:pt x="13081" y="61468"/>
                    </a:lnTo>
                    <a:lnTo>
                      <a:pt x="7747" y="56134"/>
                    </a:lnTo>
                    <a:lnTo>
                      <a:pt x="15367" y="56134"/>
                    </a:lnTo>
                    <a:lnTo>
                      <a:pt x="15367" y="192023"/>
                    </a:lnTo>
                    <a:lnTo>
                      <a:pt x="7747" y="192023"/>
                    </a:lnTo>
                    <a:lnTo>
                      <a:pt x="13081" y="186689"/>
                    </a:lnTo>
                    <a:lnTo>
                      <a:pt x="28194" y="201802"/>
                    </a:lnTo>
                    <a:cubicBezTo>
                      <a:pt x="29591" y="203199"/>
                      <a:pt x="30480" y="205231"/>
                      <a:pt x="30480" y="207136"/>
                    </a:cubicBezTo>
                    <a:lnTo>
                      <a:pt x="30480" y="267588"/>
                    </a:lnTo>
                    <a:lnTo>
                      <a:pt x="22860" y="267588"/>
                    </a:lnTo>
                    <a:lnTo>
                      <a:pt x="28194" y="262254"/>
                    </a:lnTo>
                    <a:lnTo>
                      <a:pt x="43307" y="277367"/>
                    </a:lnTo>
                    <a:cubicBezTo>
                      <a:pt x="44704" y="278764"/>
                      <a:pt x="45593" y="280796"/>
                      <a:pt x="45593" y="282701"/>
                    </a:cubicBezTo>
                    <a:lnTo>
                      <a:pt x="45593" y="328040"/>
                    </a:lnTo>
                    <a:lnTo>
                      <a:pt x="37973" y="328040"/>
                    </a:lnTo>
                    <a:lnTo>
                      <a:pt x="43307" y="322706"/>
                    </a:lnTo>
                    <a:lnTo>
                      <a:pt x="58420" y="337819"/>
                    </a:lnTo>
                    <a:cubicBezTo>
                      <a:pt x="59817" y="339216"/>
                      <a:pt x="60706" y="341248"/>
                      <a:pt x="60706" y="343153"/>
                    </a:cubicBezTo>
                    <a:lnTo>
                      <a:pt x="60706" y="403605"/>
                    </a:lnTo>
                    <a:lnTo>
                      <a:pt x="53086" y="403605"/>
                    </a:lnTo>
                    <a:lnTo>
                      <a:pt x="58420" y="398271"/>
                    </a:lnTo>
                    <a:lnTo>
                      <a:pt x="73533" y="413384"/>
                    </a:lnTo>
                    <a:cubicBezTo>
                      <a:pt x="74930" y="414781"/>
                      <a:pt x="75819" y="416813"/>
                      <a:pt x="75819" y="418718"/>
                    </a:cubicBezTo>
                    <a:lnTo>
                      <a:pt x="75819" y="464057"/>
                    </a:lnTo>
                    <a:lnTo>
                      <a:pt x="68199" y="464057"/>
                    </a:lnTo>
                    <a:lnTo>
                      <a:pt x="73533" y="458723"/>
                    </a:lnTo>
                    <a:lnTo>
                      <a:pt x="88646" y="473582"/>
                    </a:lnTo>
                    <a:cubicBezTo>
                      <a:pt x="90043" y="474979"/>
                      <a:pt x="90932" y="477011"/>
                      <a:pt x="90932" y="478916"/>
                    </a:cubicBezTo>
                    <a:lnTo>
                      <a:pt x="90932" y="509142"/>
                    </a:lnTo>
                    <a:lnTo>
                      <a:pt x="83312" y="509142"/>
                    </a:lnTo>
                    <a:lnTo>
                      <a:pt x="88646" y="503808"/>
                    </a:lnTo>
                    <a:lnTo>
                      <a:pt x="118873" y="534034"/>
                    </a:lnTo>
                    <a:lnTo>
                      <a:pt x="113539" y="539368"/>
                    </a:lnTo>
                    <a:lnTo>
                      <a:pt x="108205" y="534034"/>
                    </a:lnTo>
                    <a:lnTo>
                      <a:pt x="123318" y="518921"/>
                    </a:lnTo>
                    <a:cubicBezTo>
                      <a:pt x="124715" y="517524"/>
                      <a:pt x="126747" y="516635"/>
                      <a:pt x="128652" y="516635"/>
                    </a:cubicBezTo>
                    <a:lnTo>
                      <a:pt x="143765" y="516635"/>
                    </a:lnTo>
                    <a:cubicBezTo>
                      <a:pt x="145797" y="516635"/>
                      <a:pt x="147702" y="517397"/>
                      <a:pt x="149099" y="518921"/>
                    </a:cubicBezTo>
                    <a:lnTo>
                      <a:pt x="164212" y="534034"/>
                    </a:lnTo>
                    <a:lnTo>
                      <a:pt x="158878" y="539368"/>
                    </a:lnTo>
                    <a:lnTo>
                      <a:pt x="158878" y="531748"/>
                    </a:lnTo>
                    <a:lnTo>
                      <a:pt x="188977" y="531748"/>
                    </a:lnTo>
                    <a:lnTo>
                      <a:pt x="188977" y="539368"/>
                    </a:lnTo>
                    <a:lnTo>
                      <a:pt x="183643" y="534034"/>
                    </a:lnTo>
                    <a:lnTo>
                      <a:pt x="198756" y="518921"/>
                    </a:lnTo>
                    <a:lnTo>
                      <a:pt x="204090" y="524255"/>
                    </a:lnTo>
                    <a:lnTo>
                      <a:pt x="196470" y="524255"/>
                    </a:lnTo>
                    <a:lnTo>
                      <a:pt x="196470" y="509142"/>
                    </a:lnTo>
                    <a:cubicBezTo>
                      <a:pt x="196470" y="507110"/>
                      <a:pt x="197232" y="505205"/>
                      <a:pt x="198756" y="503808"/>
                    </a:cubicBezTo>
                    <a:lnTo>
                      <a:pt x="213870" y="488695"/>
                    </a:lnTo>
                    <a:lnTo>
                      <a:pt x="219204" y="494029"/>
                    </a:lnTo>
                    <a:lnTo>
                      <a:pt x="211584" y="494029"/>
                    </a:lnTo>
                    <a:lnTo>
                      <a:pt x="211584" y="267588"/>
                    </a:lnTo>
                    <a:lnTo>
                      <a:pt x="219204" y="267588"/>
                    </a:lnTo>
                    <a:lnTo>
                      <a:pt x="213870" y="272922"/>
                    </a:lnTo>
                    <a:lnTo>
                      <a:pt x="198756" y="257809"/>
                    </a:lnTo>
                    <a:cubicBezTo>
                      <a:pt x="197359" y="256412"/>
                      <a:pt x="196470" y="254380"/>
                      <a:pt x="196470" y="252475"/>
                    </a:cubicBezTo>
                    <a:lnTo>
                      <a:pt x="196470" y="207136"/>
                    </a:lnTo>
                    <a:lnTo>
                      <a:pt x="204090" y="207136"/>
                    </a:lnTo>
                    <a:lnTo>
                      <a:pt x="198756" y="212470"/>
                    </a:lnTo>
                    <a:lnTo>
                      <a:pt x="183643" y="197357"/>
                    </a:lnTo>
                    <a:cubicBezTo>
                      <a:pt x="182246" y="195960"/>
                      <a:pt x="181357" y="193928"/>
                      <a:pt x="181357" y="192023"/>
                    </a:cubicBezTo>
                    <a:lnTo>
                      <a:pt x="181357" y="161798"/>
                    </a:lnTo>
                    <a:lnTo>
                      <a:pt x="188977" y="161798"/>
                    </a:lnTo>
                    <a:lnTo>
                      <a:pt x="183643" y="167131"/>
                    </a:lnTo>
                    <a:lnTo>
                      <a:pt x="168530" y="152019"/>
                    </a:lnTo>
                    <a:cubicBezTo>
                      <a:pt x="167133" y="150622"/>
                      <a:pt x="166244" y="148590"/>
                      <a:pt x="166244" y="146685"/>
                    </a:cubicBezTo>
                    <a:lnTo>
                      <a:pt x="166244" y="116459"/>
                    </a:lnTo>
                    <a:lnTo>
                      <a:pt x="173864" y="116459"/>
                    </a:lnTo>
                    <a:lnTo>
                      <a:pt x="168530" y="121793"/>
                    </a:lnTo>
                    <a:lnTo>
                      <a:pt x="153417" y="106680"/>
                    </a:lnTo>
                    <a:cubicBezTo>
                      <a:pt x="152020" y="105283"/>
                      <a:pt x="151131" y="103251"/>
                      <a:pt x="151131" y="101346"/>
                    </a:cubicBezTo>
                    <a:lnTo>
                      <a:pt x="151131" y="71247"/>
                    </a:lnTo>
                    <a:lnTo>
                      <a:pt x="158751" y="71247"/>
                    </a:lnTo>
                    <a:lnTo>
                      <a:pt x="153417" y="76581"/>
                    </a:lnTo>
                    <a:lnTo>
                      <a:pt x="138304" y="61468"/>
                    </a:lnTo>
                    <a:cubicBezTo>
                      <a:pt x="136907" y="60071"/>
                      <a:pt x="136018" y="58039"/>
                      <a:pt x="136018" y="56134"/>
                    </a:cubicBezTo>
                    <a:lnTo>
                      <a:pt x="136018" y="25908"/>
                    </a:lnTo>
                    <a:lnTo>
                      <a:pt x="143638" y="25908"/>
                    </a:lnTo>
                    <a:lnTo>
                      <a:pt x="138304" y="31242"/>
                    </a:lnTo>
                    <a:lnTo>
                      <a:pt x="123191" y="16129"/>
                    </a:lnTo>
                    <a:lnTo>
                      <a:pt x="117857" y="10795"/>
                    </a:lnTo>
                    <a:lnTo>
                      <a:pt x="128652" y="0"/>
                    </a:lnTo>
                    <a:lnTo>
                      <a:pt x="133986" y="5334"/>
                    </a:lnTo>
                    <a:lnTo>
                      <a:pt x="149099" y="20447"/>
                    </a:lnTo>
                    <a:cubicBezTo>
                      <a:pt x="150496" y="21844"/>
                      <a:pt x="151385" y="23876"/>
                      <a:pt x="151385" y="25781"/>
                    </a:cubicBezTo>
                    <a:lnTo>
                      <a:pt x="151385" y="56134"/>
                    </a:lnTo>
                    <a:lnTo>
                      <a:pt x="143765" y="56134"/>
                    </a:lnTo>
                    <a:lnTo>
                      <a:pt x="149099" y="50800"/>
                    </a:lnTo>
                    <a:lnTo>
                      <a:pt x="164212" y="65913"/>
                    </a:lnTo>
                    <a:cubicBezTo>
                      <a:pt x="165609" y="67310"/>
                      <a:pt x="166498" y="69342"/>
                      <a:pt x="166498" y="71247"/>
                    </a:cubicBezTo>
                    <a:lnTo>
                      <a:pt x="166498" y="101473"/>
                    </a:lnTo>
                    <a:lnTo>
                      <a:pt x="158878" y="101473"/>
                    </a:lnTo>
                    <a:lnTo>
                      <a:pt x="164212" y="96139"/>
                    </a:lnTo>
                    <a:lnTo>
                      <a:pt x="179325" y="111252"/>
                    </a:lnTo>
                    <a:cubicBezTo>
                      <a:pt x="180722" y="112649"/>
                      <a:pt x="181611" y="114681"/>
                      <a:pt x="181611" y="116586"/>
                    </a:cubicBezTo>
                    <a:lnTo>
                      <a:pt x="181611" y="146812"/>
                    </a:lnTo>
                    <a:lnTo>
                      <a:pt x="173991" y="146812"/>
                    </a:lnTo>
                    <a:lnTo>
                      <a:pt x="179325" y="141478"/>
                    </a:lnTo>
                    <a:lnTo>
                      <a:pt x="194438" y="156591"/>
                    </a:lnTo>
                    <a:cubicBezTo>
                      <a:pt x="195835" y="157988"/>
                      <a:pt x="196724" y="160020"/>
                      <a:pt x="196724" y="161925"/>
                    </a:cubicBezTo>
                    <a:lnTo>
                      <a:pt x="196724" y="192150"/>
                    </a:lnTo>
                    <a:lnTo>
                      <a:pt x="189104" y="192150"/>
                    </a:lnTo>
                    <a:lnTo>
                      <a:pt x="194438" y="186816"/>
                    </a:lnTo>
                    <a:lnTo>
                      <a:pt x="209552" y="201929"/>
                    </a:lnTo>
                    <a:cubicBezTo>
                      <a:pt x="210949" y="203326"/>
                      <a:pt x="211838" y="205358"/>
                      <a:pt x="211838" y="207263"/>
                    </a:cubicBezTo>
                    <a:lnTo>
                      <a:pt x="211838" y="252602"/>
                    </a:lnTo>
                    <a:lnTo>
                      <a:pt x="204217" y="252602"/>
                    </a:lnTo>
                    <a:lnTo>
                      <a:pt x="209552" y="247268"/>
                    </a:lnTo>
                    <a:lnTo>
                      <a:pt x="224665" y="262381"/>
                    </a:lnTo>
                    <a:cubicBezTo>
                      <a:pt x="226062" y="263778"/>
                      <a:pt x="226951" y="265810"/>
                      <a:pt x="226951" y="267715"/>
                    </a:cubicBezTo>
                    <a:lnTo>
                      <a:pt x="226951" y="494156"/>
                    </a:lnTo>
                    <a:cubicBezTo>
                      <a:pt x="226951" y="496188"/>
                      <a:pt x="226189" y="498093"/>
                      <a:pt x="224665" y="499490"/>
                    </a:cubicBezTo>
                    <a:lnTo>
                      <a:pt x="209552" y="514603"/>
                    </a:lnTo>
                    <a:lnTo>
                      <a:pt x="204217" y="509269"/>
                    </a:lnTo>
                    <a:lnTo>
                      <a:pt x="211838" y="509269"/>
                    </a:lnTo>
                    <a:lnTo>
                      <a:pt x="211838" y="524382"/>
                    </a:lnTo>
                    <a:cubicBezTo>
                      <a:pt x="211838" y="526414"/>
                      <a:pt x="211076" y="528319"/>
                      <a:pt x="209552" y="529716"/>
                    </a:cubicBezTo>
                    <a:lnTo>
                      <a:pt x="194311" y="544829"/>
                    </a:lnTo>
                    <a:cubicBezTo>
                      <a:pt x="192914" y="546226"/>
                      <a:pt x="190882" y="547115"/>
                      <a:pt x="188977" y="547115"/>
                    </a:cubicBezTo>
                    <a:lnTo>
                      <a:pt x="158751" y="547115"/>
                    </a:lnTo>
                    <a:cubicBezTo>
                      <a:pt x="156719" y="547115"/>
                      <a:pt x="154814" y="546353"/>
                      <a:pt x="153417" y="544829"/>
                    </a:cubicBezTo>
                    <a:lnTo>
                      <a:pt x="138304" y="529716"/>
                    </a:lnTo>
                    <a:lnTo>
                      <a:pt x="143638" y="524382"/>
                    </a:lnTo>
                    <a:lnTo>
                      <a:pt x="143638" y="532002"/>
                    </a:lnTo>
                    <a:lnTo>
                      <a:pt x="128525" y="532002"/>
                    </a:lnTo>
                    <a:lnTo>
                      <a:pt x="128525" y="524382"/>
                    </a:lnTo>
                    <a:lnTo>
                      <a:pt x="133859" y="529716"/>
                    </a:lnTo>
                    <a:lnTo>
                      <a:pt x="118746" y="544829"/>
                    </a:lnTo>
                    <a:cubicBezTo>
                      <a:pt x="117349" y="546226"/>
                      <a:pt x="115317" y="547115"/>
                      <a:pt x="113412" y="547115"/>
                    </a:cubicBezTo>
                    <a:cubicBezTo>
                      <a:pt x="111507" y="547115"/>
                      <a:pt x="109475" y="546353"/>
                      <a:pt x="108078" y="544829"/>
                    </a:cubicBezTo>
                    <a:lnTo>
                      <a:pt x="77851" y="514603"/>
                    </a:lnTo>
                    <a:cubicBezTo>
                      <a:pt x="76454" y="513206"/>
                      <a:pt x="75565" y="511174"/>
                      <a:pt x="75565" y="509269"/>
                    </a:cubicBezTo>
                    <a:lnTo>
                      <a:pt x="75565" y="479043"/>
                    </a:lnTo>
                    <a:lnTo>
                      <a:pt x="83185" y="479043"/>
                    </a:lnTo>
                    <a:lnTo>
                      <a:pt x="77851" y="484377"/>
                    </a:lnTo>
                    <a:lnTo>
                      <a:pt x="62738" y="469264"/>
                    </a:lnTo>
                    <a:cubicBezTo>
                      <a:pt x="61341" y="467867"/>
                      <a:pt x="60452" y="465835"/>
                      <a:pt x="60452" y="463930"/>
                    </a:cubicBezTo>
                    <a:lnTo>
                      <a:pt x="60452" y="418591"/>
                    </a:lnTo>
                    <a:lnTo>
                      <a:pt x="68072" y="418591"/>
                    </a:lnTo>
                    <a:lnTo>
                      <a:pt x="62738" y="423925"/>
                    </a:lnTo>
                    <a:lnTo>
                      <a:pt x="47625" y="408812"/>
                    </a:lnTo>
                    <a:cubicBezTo>
                      <a:pt x="46228" y="407415"/>
                      <a:pt x="45339" y="405383"/>
                      <a:pt x="45339" y="403478"/>
                    </a:cubicBezTo>
                    <a:lnTo>
                      <a:pt x="45339" y="343026"/>
                    </a:lnTo>
                    <a:lnTo>
                      <a:pt x="52959" y="343026"/>
                    </a:lnTo>
                    <a:lnTo>
                      <a:pt x="47625" y="348360"/>
                    </a:lnTo>
                    <a:lnTo>
                      <a:pt x="32512" y="333247"/>
                    </a:lnTo>
                    <a:cubicBezTo>
                      <a:pt x="31115" y="331850"/>
                      <a:pt x="30226" y="329818"/>
                      <a:pt x="30226" y="327913"/>
                    </a:cubicBezTo>
                    <a:lnTo>
                      <a:pt x="30226" y="282701"/>
                    </a:lnTo>
                    <a:lnTo>
                      <a:pt x="37846" y="282701"/>
                    </a:lnTo>
                    <a:lnTo>
                      <a:pt x="32512" y="288035"/>
                    </a:lnTo>
                    <a:lnTo>
                      <a:pt x="17399" y="272922"/>
                    </a:lnTo>
                    <a:cubicBezTo>
                      <a:pt x="16002" y="271525"/>
                      <a:pt x="15113" y="269493"/>
                      <a:pt x="15113" y="267588"/>
                    </a:cubicBezTo>
                    <a:lnTo>
                      <a:pt x="15113" y="207136"/>
                    </a:lnTo>
                    <a:lnTo>
                      <a:pt x="22733" y="207136"/>
                    </a:lnTo>
                    <a:lnTo>
                      <a:pt x="17399" y="212470"/>
                    </a:lnTo>
                    <a:lnTo>
                      <a:pt x="2286" y="197357"/>
                    </a:lnTo>
                    <a:cubicBezTo>
                      <a:pt x="889" y="195960"/>
                      <a:pt x="0" y="193928"/>
                      <a:pt x="0" y="192023"/>
                    </a:cubicBezTo>
                    <a:lnTo>
                      <a:pt x="0" y="56134"/>
                    </a:lnTo>
                    <a:cubicBezTo>
                      <a:pt x="0" y="54102"/>
                      <a:pt x="762" y="52197"/>
                      <a:pt x="2286" y="50800"/>
                    </a:cubicBezTo>
                    <a:lnTo>
                      <a:pt x="32512" y="20574"/>
                    </a:lnTo>
                    <a:cubicBezTo>
                      <a:pt x="33909" y="19177"/>
                      <a:pt x="35941" y="18288"/>
                      <a:pt x="37846" y="18288"/>
                    </a:cubicBezTo>
                    <a:lnTo>
                      <a:pt x="53086" y="18288"/>
                    </a:lnTo>
                    <a:lnTo>
                      <a:pt x="53086" y="25908"/>
                    </a:lnTo>
                    <a:lnTo>
                      <a:pt x="47752" y="20574"/>
                    </a:lnTo>
                    <a:lnTo>
                      <a:pt x="62865" y="5461"/>
                    </a:lnTo>
                    <a:lnTo>
                      <a:pt x="68199" y="127"/>
                    </a:lnTo>
                    <a:lnTo>
                      <a:pt x="78994" y="10922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275592" y="777111"/>
                <a:ext cx="165101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1" h="165100">
                    <a:moveTo>
                      <a:pt x="0" y="165100"/>
                    </a:moveTo>
                    <a:lnTo>
                      <a:pt x="165102" y="0"/>
                    </a:lnTo>
                    <a:moveTo>
                      <a:pt x="0" y="0"/>
                    </a:moveTo>
                    <a:lnTo>
                      <a:pt x="165102" y="165100"/>
                    </a:lnTo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262130" y="763649"/>
                <a:ext cx="218950" cy="218947"/>
              </a:xfrm>
              <a:custGeom>
                <a:avLst/>
                <a:gdLst/>
                <a:ahLst/>
                <a:cxnLst/>
                <a:rect l="l" t="t" r="r" b="b"/>
                <a:pathLst>
                  <a:path w="218950" h="218947">
                    <a:moveTo>
                      <a:pt x="0" y="165100"/>
                    </a:moveTo>
                    <a:lnTo>
                      <a:pt x="165102" y="0"/>
                    </a:lnTo>
                    <a:lnTo>
                      <a:pt x="192026" y="26924"/>
                    </a:lnTo>
                    <a:lnTo>
                      <a:pt x="26925" y="192024"/>
                    </a:lnTo>
                    <a:close/>
                    <a:moveTo>
                      <a:pt x="53849" y="26924"/>
                    </a:moveTo>
                    <a:lnTo>
                      <a:pt x="218950" y="192024"/>
                    </a:lnTo>
                    <a:lnTo>
                      <a:pt x="192026" y="218948"/>
                    </a:lnTo>
                    <a:lnTo>
                      <a:pt x="26925" y="53848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335918" y="248538"/>
                <a:ext cx="165101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1" h="165100">
                    <a:moveTo>
                      <a:pt x="0" y="82550"/>
                    </a:moveTo>
                    <a:lnTo>
                      <a:pt x="165101" y="82550"/>
                    </a:lnTo>
                    <a:moveTo>
                      <a:pt x="82551" y="165100"/>
                    </a:moveTo>
                    <a:lnTo>
                      <a:pt x="82551" y="0"/>
                    </a:lnTo>
                  </a:path>
                </a:pathLst>
              </a:custGeom>
              <a:solidFill>
                <a:srgbClr val="00FF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335918" y="286638"/>
                <a:ext cx="165101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1" h="165100">
                    <a:moveTo>
                      <a:pt x="0" y="25400"/>
                    </a:moveTo>
                    <a:lnTo>
                      <a:pt x="165101" y="25400"/>
                    </a:lnTo>
                    <a:lnTo>
                      <a:pt x="165101" y="63500"/>
                    </a:lnTo>
                    <a:lnTo>
                      <a:pt x="0" y="63500"/>
                    </a:lnTo>
                    <a:close/>
                    <a:moveTo>
                      <a:pt x="63501" y="165100"/>
                    </a:moveTo>
                    <a:lnTo>
                      <a:pt x="63501" y="0"/>
                    </a:lnTo>
                    <a:lnTo>
                      <a:pt x="101601" y="0"/>
                    </a:lnTo>
                    <a:lnTo>
                      <a:pt x="101601" y="165100"/>
                    </a:lnTo>
                    <a:close/>
                  </a:path>
                </a:pathLst>
              </a:custGeom>
              <a:solidFill>
                <a:srgbClr val="00FF00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0097758" y="1402667"/>
              <a:ext cx="702352" cy="928621"/>
              <a:chOff x="0" y="0"/>
              <a:chExt cx="837019" cy="110666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3500" y="481075"/>
                <a:ext cx="196596" cy="562101"/>
              </a:xfrm>
              <a:custGeom>
                <a:avLst/>
                <a:gdLst/>
                <a:ahLst/>
                <a:cxnLst/>
                <a:rect l="l" t="t" r="r" b="b"/>
                <a:pathLst>
                  <a:path w="196596" h="562101">
                    <a:moveTo>
                      <a:pt x="58293" y="16129"/>
                    </a:moveTo>
                    <a:lnTo>
                      <a:pt x="43180" y="31242"/>
                    </a:lnTo>
                    <a:lnTo>
                      <a:pt x="37846" y="25908"/>
                    </a:lnTo>
                    <a:lnTo>
                      <a:pt x="45466" y="25908"/>
                    </a:lnTo>
                    <a:lnTo>
                      <a:pt x="45466" y="40894"/>
                    </a:lnTo>
                    <a:cubicBezTo>
                      <a:pt x="45466" y="42926"/>
                      <a:pt x="44704" y="44831"/>
                      <a:pt x="43180" y="46228"/>
                    </a:cubicBezTo>
                    <a:lnTo>
                      <a:pt x="12954" y="76581"/>
                    </a:lnTo>
                    <a:lnTo>
                      <a:pt x="7620" y="71247"/>
                    </a:lnTo>
                    <a:lnTo>
                      <a:pt x="15240" y="71247"/>
                    </a:lnTo>
                    <a:lnTo>
                      <a:pt x="15240" y="222122"/>
                    </a:lnTo>
                    <a:lnTo>
                      <a:pt x="7620" y="222122"/>
                    </a:lnTo>
                    <a:lnTo>
                      <a:pt x="12954" y="216788"/>
                    </a:lnTo>
                    <a:lnTo>
                      <a:pt x="28067" y="231901"/>
                    </a:lnTo>
                    <a:cubicBezTo>
                      <a:pt x="29464" y="233298"/>
                      <a:pt x="30353" y="235330"/>
                      <a:pt x="30353" y="237235"/>
                    </a:cubicBezTo>
                    <a:lnTo>
                      <a:pt x="30353" y="342899"/>
                    </a:lnTo>
                    <a:lnTo>
                      <a:pt x="22733" y="342899"/>
                    </a:lnTo>
                    <a:lnTo>
                      <a:pt x="28067" y="337565"/>
                    </a:lnTo>
                    <a:lnTo>
                      <a:pt x="43180" y="352678"/>
                    </a:lnTo>
                    <a:cubicBezTo>
                      <a:pt x="44577" y="354075"/>
                      <a:pt x="45466" y="356107"/>
                      <a:pt x="45466" y="358012"/>
                    </a:cubicBezTo>
                    <a:lnTo>
                      <a:pt x="45466" y="448690"/>
                    </a:lnTo>
                    <a:lnTo>
                      <a:pt x="37846" y="448690"/>
                    </a:lnTo>
                    <a:lnTo>
                      <a:pt x="43180" y="443356"/>
                    </a:lnTo>
                    <a:lnTo>
                      <a:pt x="58293" y="458469"/>
                    </a:lnTo>
                    <a:cubicBezTo>
                      <a:pt x="59690" y="459866"/>
                      <a:pt x="60579" y="461897"/>
                      <a:pt x="60579" y="463803"/>
                    </a:cubicBezTo>
                    <a:lnTo>
                      <a:pt x="60579" y="539367"/>
                    </a:lnTo>
                    <a:lnTo>
                      <a:pt x="52959" y="539367"/>
                    </a:lnTo>
                    <a:lnTo>
                      <a:pt x="52959" y="531747"/>
                    </a:lnTo>
                    <a:lnTo>
                      <a:pt x="128524" y="531747"/>
                    </a:lnTo>
                    <a:cubicBezTo>
                      <a:pt x="130556" y="531747"/>
                      <a:pt x="132461" y="532509"/>
                      <a:pt x="133858" y="534033"/>
                    </a:cubicBezTo>
                    <a:lnTo>
                      <a:pt x="148971" y="549146"/>
                    </a:lnTo>
                    <a:lnTo>
                      <a:pt x="143637" y="554480"/>
                    </a:lnTo>
                    <a:lnTo>
                      <a:pt x="143637" y="546860"/>
                    </a:lnTo>
                    <a:lnTo>
                      <a:pt x="173862" y="546860"/>
                    </a:lnTo>
                    <a:lnTo>
                      <a:pt x="173862" y="554480"/>
                    </a:lnTo>
                    <a:lnTo>
                      <a:pt x="168528" y="549146"/>
                    </a:lnTo>
                    <a:lnTo>
                      <a:pt x="183641" y="534033"/>
                    </a:lnTo>
                    <a:lnTo>
                      <a:pt x="188975" y="539367"/>
                    </a:lnTo>
                    <a:lnTo>
                      <a:pt x="181355" y="539367"/>
                    </a:lnTo>
                    <a:lnTo>
                      <a:pt x="181355" y="388365"/>
                    </a:lnTo>
                    <a:lnTo>
                      <a:pt x="188975" y="388365"/>
                    </a:lnTo>
                    <a:lnTo>
                      <a:pt x="183641" y="393699"/>
                    </a:lnTo>
                    <a:lnTo>
                      <a:pt x="168528" y="378586"/>
                    </a:lnTo>
                    <a:cubicBezTo>
                      <a:pt x="167131" y="377189"/>
                      <a:pt x="166242" y="375157"/>
                      <a:pt x="166242" y="373252"/>
                    </a:cubicBezTo>
                    <a:lnTo>
                      <a:pt x="166242" y="297687"/>
                    </a:lnTo>
                    <a:lnTo>
                      <a:pt x="173862" y="297687"/>
                    </a:lnTo>
                    <a:lnTo>
                      <a:pt x="168528" y="303021"/>
                    </a:lnTo>
                    <a:lnTo>
                      <a:pt x="153415" y="287908"/>
                    </a:lnTo>
                    <a:cubicBezTo>
                      <a:pt x="152018" y="286511"/>
                      <a:pt x="151129" y="284479"/>
                      <a:pt x="151129" y="282574"/>
                    </a:cubicBezTo>
                    <a:lnTo>
                      <a:pt x="151129" y="222122"/>
                    </a:lnTo>
                    <a:lnTo>
                      <a:pt x="158749" y="222122"/>
                    </a:lnTo>
                    <a:lnTo>
                      <a:pt x="153415" y="227456"/>
                    </a:lnTo>
                    <a:lnTo>
                      <a:pt x="138303" y="212343"/>
                    </a:lnTo>
                    <a:cubicBezTo>
                      <a:pt x="136906" y="210946"/>
                      <a:pt x="136017" y="208914"/>
                      <a:pt x="136017" y="207009"/>
                    </a:cubicBezTo>
                    <a:lnTo>
                      <a:pt x="136017" y="131571"/>
                    </a:lnTo>
                    <a:lnTo>
                      <a:pt x="143637" y="131571"/>
                    </a:lnTo>
                    <a:lnTo>
                      <a:pt x="138303" y="136905"/>
                    </a:lnTo>
                    <a:lnTo>
                      <a:pt x="123190" y="121792"/>
                    </a:lnTo>
                    <a:cubicBezTo>
                      <a:pt x="121793" y="120395"/>
                      <a:pt x="120904" y="118363"/>
                      <a:pt x="120904" y="116458"/>
                    </a:cubicBezTo>
                    <a:lnTo>
                      <a:pt x="120904" y="71120"/>
                    </a:lnTo>
                    <a:lnTo>
                      <a:pt x="128524" y="71120"/>
                    </a:lnTo>
                    <a:lnTo>
                      <a:pt x="123190" y="76454"/>
                    </a:lnTo>
                    <a:lnTo>
                      <a:pt x="108077" y="61341"/>
                    </a:lnTo>
                    <a:cubicBezTo>
                      <a:pt x="106680" y="59944"/>
                      <a:pt x="105791" y="57912"/>
                      <a:pt x="105791" y="56007"/>
                    </a:cubicBezTo>
                    <a:lnTo>
                      <a:pt x="105791" y="40894"/>
                    </a:lnTo>
                    <a:lnTo>
                      <a:pt x="113411" y="40894"/>
                    </a:lnTo>
                    <a:lnTo>
                      <a:pt x="108077" y="46228"/>
                    </a:lnTo>
                    <a:lnTo>
                      <a:pt x="92964" y="31115"/>
                    </a:lnTo>
                    <a:lnTo>
                      <a:pt x="98298" y="25781"/>
                    </a:lnTo>
                    <a:lnTo>
                      <a:pt x="98298" y="33401"/>
                    </a:lnTo>
                    <a:lnTo>
                      <a:pt x="83185" y="33401"/>
                    </a:lnTo>
                    <a:cubicBezTo>
                      <a:pt x="81153" y="33401"/>
                      <a:pt x="79248" y="32639"/>
                      <a:pt x="77851" y="31115"/>
                    </a:cubicBezTo>
                    <a:lnTo>
                      <a:pt x="62611" y="16129"/>
                    </a:lnTo>
                    <a:lnTo>
                      <a:pt x="57277" y="10795"/>
                    </a:lnTo>
                    <a:lnTo>
                      <a:pt x="68072" y="0"/>
                    </a:lnTo>
                    <a:lnTo>
                      <a:pt x="73406" y="5334"/>
                    </a:lnTo>
                    <a:lnTo>
                      <a:pt x="88519" y="20447"/>
                    </a:lnTo>
                    <a:lnTo>
                      <a:pt x="83185" y="25781"/>
                    </a:lnTo>
                    <a:lnTo>
                      <a:pt x="83185" y="18161"/>
                    </a:lnTo>
                    <a:lnTo>
                      <a:pt x="98298" y="18161"/>
                    </a:lnTo>
                    <a:cubicBezTo>
                      <a:pt x="100330" y="18161"/>
                      <a:pt x="102235" y="18923"/>
                      <a:pt x="103632" y="20447"/>
                    </a:cubicBezTo>
                    <a:lnTo>
                      <a:pt x="118745" y="35560"/>
                    </a:lnTo>
                    <a:cubicBezTo>
                      <a:pt x="120142" y="36957"/>
                      <a:pt x="121031" y="38989"/>
                      <a:pt x="121031" y="40894"/>
                    </a:cubicBezTo>
                    <a:lnTo>
                      <a:pt x="121031" y="56007"/>
                    </a:lnTo>
                    <a:lnTo>
                      <a:pt x="113411" y="56007"/>
                    </a:lnTo>
                    <a:lnTo>
                      <a:pt x="118745" y="50673"/>
                    </a:lnTo>
                    <a:lnTo>
                      <a:pt x="133858" y="65786"/>
                    </a:lnTo>
                    <a:cubicBezTo>
                      <a:pt x="135255" y="67183"/>
                      <a:pt x="136144" y="69215"/>
                      <a:pt x="136144" y="71120"/>
                    </a:cubicBezTo>
                    <a:lnTo>
                      <a:pt x="136144" y="116458"/>
                    </a:lnTo>
                    <a:lnTo>
                      <a:pt x="128524" y="116458"/>
                    </a:lnTo>
                    <a:lnTo>
                      <a:pt x="133858" y="111124"/>
                    </a:lnTo>
                    <a:lnTo>
                      <a:pt x="148971" y="126237"/>
                    </a:lnTo>
                    <a:cubicBezTo>
                      <a:pt x="150367" y="127634"/>
                      <a:pt x="151256" y="129666"/>
                      <a:pt x="151256" y="131571"/>
                    </a:cubicBezTo>
                    <a:lnTo>
                      <a:pt x="151256" y="207136"/>
                    </a:lnTo>
                    <a:lnTo>
                      <a:pt x="143637" y="207136"/>
                    </a:lnTo>
                    <a:lnTo>
                      <a:pt x="148971" y="201802"/>
                    </a:lnTo>
                    <a:lnTo>
                      <a:pt x="164083" y="216915"/>
                    </a:lnTo>
                    <a:cubicBezTo>
                      <a:pt x="165480" y="218312"/>
                      <a:pt x="166369" y="220344"/>
                      <a:pt x="166369" y="222249"/>
                    </a:cubicBezTo>
                    <a:lnTo>
                      <a:pt x="166369" y="282701"/>
                    </a:lnTo>
                    <a:lnTo>
                      <a:pt x="158749" y="282701"/>
                    </a:lnTo>
                    <a:lnTo>
                      <a:pt x="164083" y="277367"/>
                    </a:lnTo>
                    <a:lnTo>
                      <a:pt x="179196" y="292480"/>
                    </a:lnTo>
                    <a:cubicBezTo>
                      <a:pt x="180593" y="293877"/>
                      <a:pt x="181482" y="295909"/>
                      <a:pt x="181482" y="297814"/>
                    </a:cubicBezTo>
                    <a:lnTo>
                      <a:pt x="181482" y="373379"/>
                    </a:lnTo>
                    <a:lnTo>
                      <a:pt x="173862" y="373379"/>
                    </a:lnTo>
                    <a:lnTo>
                      <a:pt x="179196" y="368045"/>
                    </a:lnTo>
                    <a:lnTo>
                      <a:pt x="194309" y="383158"/>
                    </a:lnTo>
                    <a:cubicBezTo>
                      <a:pt x="195706" y="384555"/>
                      <a:pt x="196595" y="386587"/>
                      <a:pt x="196595" y="388492"/>
                    </a:cubicBezTo>
                    <a:lnTo>
                      <a:pt x="196595" y="539367"/>
                    </a:lnTo>
                    <a:cubicBezTo>
                      <a:pt x="196595" y="541399"/>
                      <a:pt x="195833" y="543304"/>
                      <a:pt x="194309" y="544701"/>
                    </a:cubicBezTo>
                    <a:lnTo>
                      <a:pt x="179196" y="559814"/>
                    </a:lnTo>
                    <a:cubicBezTo>
                      <a:pt x="177799" y="561211"/>
                      <a:pt x="175767" y="562100"/>
                      <a:pt x="173862" y="562100"/>
                    </a:cubicBezTo>
                    <a:lnTo>
                      <a:pt x="143510" y="562100"/>
                    </a:lnTo>
                    <a:cubicBezTo>
                      <a:pt x="141478" y="562100"/>
                      <a:pt x="139573" y="561338"/>
                      <a:pt x="138176" y="559814"/>
                    </a:cubicBezTo>
                    <a:lnTo>
                      <a:pt x="123063" y="544701"/>
                    </a:lnTo>
                    <a:lnTo>
                      <a:pt x="128397" y="539367"/>
                    </a:lnTo>
                    <a:lnTo>
                      <a:pt x="128397" y="546987"/>
                    </a:lnTo>
                    <a:lnTo>
                      <a:pt x="52959" y="546987"/>
                    </a:lnTo>
                    <a:cubicBezTo>
                      <a:pt x="48768" y="546987"/>
                      <a:pt x="45339" y="543558"/>
                      <a:pt x="45339" y="539367"/>
                    </a:cubicBezTo>
                    <a:lnTo>
                      <a:pt x="45339" y="463803"/>
                    </a:lnTo>
                    <a:lnTo>
                      <a:pt x="52959" y="463803"/>
                    </a:lnTo>
                    <a:lnTo>
                      <a:pt x="47625" y="469136"/>
                    </a:lnTo>
                    <a:lnTo>
                      <a:pt x="32512" y="454024"/>
                    </a:lnTo>
                    <a:cubicBezTo>
                      <a:pt x="31115" y="452627"/>
                      <a:pt x="30226" y="450595"/>
                      <a:pt x="30226" y="448690"/>
                    </a:cubicBezTo>
                    <a:lnTo>
                      <a:pt x="30226" y="358139"/>
                    </a:lnTo>
                    <a:lnTo>
                      <a:pt x="37846" y="358139"/>
                    </a:lnTo>
                    <a:lnTo>
                      <a:pt x="32512" y="363473"/>
                    </a:lnTo>
                    <a:lnTo>
                      <a:pt x="17399" y="348360"/>
                    </a:lnTo>
                    <a:cubicBezTo>
                      <a:pt x="16002" y="346963"/>
                      <a:pt x="15113" y="344931"/>
                      <a:pt x="15113" y="343026"/>
                    </a:cubicBezTo>
                    <a:lnTo>
                      <a:pt x="15113" y="237235"/>
                    </a:lnTo>
                    <a:lnTo>
                      <a:pt x="22733" y="237235"/>
                    </a:lnTo>
                    <a:lnTo>
                      <a:pt x="17399" y="242569"/>
                    </a:lnTo>
                    <a:lnTo>
                      <a:pt x="2286" y="227583"/>
                    </a:lnTo>
                    <a:cubicBezTo>
                      <a:pt x="889" y="226186"/>
                      <a:pt x="0" y="224154"/>
                      <a:pt x="0" y="222249"/>
                    </a:cubicBezTo>
                    <a:lnTo>
                      <a:pt x="0" y="71120"/>
                    </a:lnTo>
                    <a:cubicBezTo>
                      <a:pt x="0" y="69088"/>
                      <a:pt x="762" y="67183"/>
                      <a:pt x="2286" y="65786"/>
                    </a:cubicBezTo>
                    <a:lnTo>
                      <a:pt x="32512" y="35560"/>
                    </a:lnTo>
                    <a:lnTo>
                      <a:pt x="37846" y="40894"/>
                    </a:lnTo>
                    <a:lnTo>
                      <a:pt x="30226" y="40894"/>
                    </a:lnTo>
                    <a:lnTo>
                      <a:pt x="30226" y="25781"/>
                    </a:lnTo>
                    <a:cubicBezTo>
                      <a:pt x="30226" y="23749"/>
                      <a:pt x="30988" y="21844"/>
                      <a:pt x="32512" y="20447"/>
                    </a:cubicBezTo>
                    <a:lnTo>
                      <a:pt x="47498" y="5334"/>
                    </a:lnTo>
                    <a:lnTo>
                      <a:pt x="52832" y="0"/>
                    </a:lnTo>
                    <a:lnTo>
                      <a:pt x="63627" y="10795"/>
                    </a:ln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0" name="Freeform 30"/>
              <p:cNvSpPr/>
              <p:nvPr/>
            </p:nvSpPr>
            <p:spPr>
              <a:xfrm>
                <a:off x="138938" y="73152"/>
                <a:ext cx="634618" cy="939798"/>
              </a:xfrm>
              <a:custGeom>
                <a:avLst/>
                <a:gdLst/>
                <a:ahLst/>
                <a:cxnLst/>
                <a:rect l="l" t="t" r="r" b="b"/>
                <a:pathLst>
                  <a:path w="634618" h="939798">
                    <a:moveTo>
                      <a:pt x="390651" y="16256"/>
                    </a:moveTo>
                    <a:lnTo>
                      <a:pt x="360425" y="46482"/>
                    </a:lnTo>
                    <a:lnTo>
                      <a:pt x="355091" y="41148"/>
                    </a:lnTo>
                    <a:lnTo>
                      <a:pt x="362711" y="41148"/>
                    </a:lnTo>
                    <a:lnTo>
                      <a:pt x="362711" y="161924"/>
                    </a:lnTo>
                    <a:cubicBezTo>
                      <a:pt x="362711" y="163956"/>
                      <a:pt x="361949" y="165861"/>
                      <a:pt x="360425" y="167258"/>
                    </a:cubicBezTo>
                    <a:lnTo>
                      <a:pt x="345312" y="182371"/>
                    </a:lnTo>
                    <a:cubicBezTo>
                      <a:pt x="343915" y="183768"/>
                      <a:pt x="342010" y="184657"/>
                      <a:pt x="339978" y="184657"/>
                    </a:cubicBezTo>
                    <a:lnTo>
                      <a:pt x="336041" y="183895"/>
                    </a:lnTo>
                    <a:lnTo>
                      <a:pt x="304418" y="152272"/>
                    </a:lnTo>
                    <a:lnTo>
                      <a:pt x="309752" y="146938"/>
                    </a:lnTo>
                    <a:lnTo>
                      <a:pt x="315086" y="152272"/>
                    </a:lnTo>
                    <a:lnTo>
                      <a:pt x="299973" y="167385"/>
                    </a:lnTo>
                    <a:cubicBezTo>
                      <a:pt x="298576" y="168782"/>
                      <a:pt x="296544" y="169671"/>
                      <a:pt x="294639" y="169671"/>
                    </a:cubicBezTo>
                    <a:lnTo>
                      <a:pt x="279526" y="169671"/>
                    </a:lnTo>
                    <a:lnTo>
                      <a:pt x="279526" y="162051"/>
                    </a:lnTo>
                    <a:lnTo>
                      <a:pt x="284860" y="167385"/>
                    </a:lnTo>
                    <a:lnTo>
                      <a:pt x="269747" y="182498"/>
                    </a:lnTo>
                    <a:cubicBezTo>
                      <a:pt x="268350" y="183895"/>
                      <a:pt x="266445" y="184784"/>
                      <a:pt x="264413" y="184784"/>
                    </a:cubicBezTo>
                    <a:lnTo>
                      <a:pt x="260476" y="184022"/>
                    </a:lnTo>
                    <a:lnTo>
                      <a:pt x="259079" y="182625"/>
                    </a:lnTo>
                    <a:lnTo>
                      <a:pt x="243966" y="167512"/>
                    </a:lnTo>
                    <a:lnTo>
                      <a:pt x="249300" y="162178"/>
                    </a:lnTo>
                    <a:lnTo>
                      <a:pt x="254634" y="167512"/>
                    </a:lnTo>
                    <a:lnTo>
                      <a:pt x="239521" y="182625"/>
                    </a:lnTo>
                    <a:lnTo>
                      <a:pt x="234187" y="177291"/>
                    </a:lnTo>
                    <a:lnTo>
                      <a:pt x="241807" y="177291"/>
                    </a:lnTo>
                    <a:lnTo>
                      <a:pt x="241807" y="237743"/>
                    </a:lnTo>
                    <a:cubicBezTo>
                      <a:pt x="241807" y="239775"/>
                      <a:pt x="241045" y="241680"/>
                      <a:pt x="239521" y="243077"/>
                    </a:cubicBezTo>
                    <a:lnTo>
                      <a:pt x="224408" y="258190"/>
                    </a:lnTo>
                    <a:cubicBezTo>
                      <a:pt x="223011" y="259587"/>
                      <a:pt x="221106" y="260476"/>
                      <a:pt x="219074" y="260476"/>
                    </a:cubicBezTo>
                    <a:lnTo>
                      <a:pt x="215137" y="259714"/>
                    </a:lnTo>
                    <a:lnTo>
                      <a:pt x="198627" y="243204"/>
                    </a:lnTo>
                    <a:cubicBezTo>
                      <a:pt x="197230" y="241807"/>
                      <a:pt x="196341" y="239902"/>
                      <a:pt x="196341" y="237870"/>
                    </a:cubicBezTo>
                    <a:lnTo>
                      <a:pt x="196341" y="222249"/>
                    </a:lnTo>
                    <a:lnTo>
                      <a:pt x="203961" y="222249"/>
                    </a:lnTo>
                    <a:lnTo>
                      <a:pt x="198627" y="227710"/>
                    </a:lnTo>
                    <a:lnTo>
                      <a:pt x="168401" y="197484"/>
                    </a:lnTo>
                    <a:cubicBezTo>
                      <a:pt x="167004" y="196087"/>
                      <a:pt x="166115" y="194055"/>
                      <a:pt x="166115" y="192150"/>
                    </a:cubicBezTo>
                    <a:lnTo>
                      <a:pt x="166115" y="177037"/>
                    </a:lnTo>
                    <a:lnTo>
                      <a:pt x="173735" y="177037"/>
                    </a:lnTo>
                    <a:lnTo>
                      <a:pt x="168401" y="182371"/>
                    </a:lnTo>
                    <a:lnTo>
                      <a:pt x="153288" y="167258"/>
                    </a:lnTo>
                    <a:cubicBezTo>
                      <a:pt x="151891" y="165861"/>
                      <a:pt x="151002" y="163956"/>
                      <a:pt x="151002" y="161924"/>
                    </a:cubicBezTo>
                    <a:lnTo>
                      <a:pt x="151002" y="146811"/>
                    </a:lnTo>
                    <a:lnTo>
                      <a:pt x="158622" y="146811"/>
                    </a:lnTo>
                    <a:lnTo>
                      <a:pt x="153288" y="152145"/>
                    </a:lnTo>
                    <a:lnTo>
                      <a:pt x="138175" y="137032"/>
                    </a:lnTo>
                    <a:cubicBezTo>
                      <a:pt x="136778" y="135635"/>
                      <a:pt x="135889" y="133603"/>
                      <a:pt x="135889" y="131698"/>
                    </a:cubicBezTo>
                    <a:lnTo>
                      <a:pt x="135889" y="116585"/>
                    </a:lnTo>
                    <a:lnTo>
                      <a:pt x="143509" y="116585"/>
                    </a:lnTo>
                    <a:lnTo>
                      <a:pt x="138175" y="121919"/>
                    </a:lnTo>
                    <a:lnTo>
                      <a:pt x="123062" y="106807"/>
                    </a:lnTo>
                    <a:cubicBezTo>
                      <a:pt x="121665" y="105410"/>
                      <a:pt x="120776" y="103505"/>
                      <a:pt x="120776" y="101473"/>
                    </a:cubicBezTo>
                    <a:lnTo>
                      <a:pt x="120776" y="86360"/>
                    </a:lnTo>
                    <a:lnTo>
                      <a:pt x="128396" y="86360"/>
                    </a:lnTo>
                    <a:lnTo>
                      <a:pt x="123062" y="91694"/>
                    </a:lnTo>
                    <a:lnTo>
                      <a:pt x="107949" y="76581"/>
                    </a:lnTo>
                    <a:cubicBezTo>
                      <a:pt x="106552" y="75184"/>
                      <a:pt x="105663" y="73152"/>
                      <a:pt x="105663" y="71120"/>
                    </a:cubicBezTo>
                    <a:lnTo>
                      <a:pt x="105663" y="56134"/>
                    </a:lnTo>
                    <a:lnTo>
                      <a:pt x="113283" y="56134"/>
                    </a:lnTo>
                    <a:lnTo>
                      <a:pt x="107949" y="61468"/>
                    </a:lnTo>
                    <a:lnTo>
                      <a:pt x="92836" y="46355"/>
                    </a:lnTo>
                    <a:lnTo>
                      <a:pt x="98170" y="41021"/>
                    </a:lnTo>
                    <a:lnTo>
                      <a:pt x="98170" y="48641"/>
                    </a:lnTo>
                    <a:lnTo>
                      <a:pt x="68072" y="48641"/>
                    </a:lnTo>
                    <a:lnTo>
                      <a:pt x="68072" y="41021"/>
                    </a:lnTo>
                    <a:lnTo>
                      <a:pt x="73406" y="46355"/>
                    </a:lnTo>
                    <a:lnTo>
                      <a:pt x="58293" y="61468"/>
                    </a:lnTo>
                    <a:cubicBezTo>
                      <a:pt x="56896" y="62865"/>
                      <a:pt x="54991" y="63754"/>
                      <a:pt x="52832" y="63754"/>
                    </a:cubicBezTo>
                    <a:lnTo>
                      <a:pt x="37846" y="63754"/>
                    </a:lnTo>
                    <a:lnTo>
                      <a:pt x="37846" y="56134"/>
                    </a:lnTo>
                    <a:lnTo>
                      <a:pt x="43180" y="61468"/>
                    </a:lnTo>
                    <a:lnTo>
                      <a:pt x="12954" y="91694"/>
                    </a:lnTo>
                    <a:lnTo>
                      <a:pt x="7620" y="86360"/>
                    </a:lnTo>
                    <a:lnTo>
                      <a:pt x="15240" y="86360"/>
                    </a:lnTo>
                    <a:lnTo>
                      <a:pt x="15240" y="222249"/>
                    </a:lnTo>
                    <a:lnTo>
                      <a:pt x="7620" y="222249"/>
                    </a:lnTo>
                    <a:lnTo>
                      <a:pt x="12954" y="216915"/>
                    </a:lnTo>
                    <a:lnTo>
                      <a:pt x="28067" y="232028"/>
                    </a:lnTo>
                    <a:cubicBezTo>
                      <a:pt x="29464" y="233425"/>
                      <a:pt x="30353" y="235330"/>
                      <a:pt x="30353" y="237362"/>
                    </a:cubicBezTo>
                    <a:lnTo>
                      <a:pt x="30353" y="267588"/>
                    </a:lnTo>
                    <a:lnTo>
                      <a:pt x="22733" y="267588"/>
                    </a:lnTo>
                    <a:lnTo>
                      <a:pt x="28067" y="262254"/>
                    </a:lnTo>
                    <a:lnTo>
                      <a:pt x="58293" y="292480"/>
                    </a:lnTo>
                    <a:cubicBezTo>
                      <a:pt x="59690" y="293877"/>
                      <a:pt x="60452" y="295909"/>
                      <a:pt x="60452" y="297814"/>
                    </a:cubicBezTo>
                    <a:lnTo>
                      <a:pt x="60452" y="328040"/>
                    </a:lnTo>
                    <a:lnTo>
                      <a:pt x="52832" y="328040"/>
                    </a:lnTo>
                    <a:lnTo>
                      <a:pt x="58293" y="322706"/>
                    </a:lnTo>
                    <a:lnTo>
                      <a:pt x="73406" y="337819"/>
                    </a:lnTo>
                    <a:cubicBezTo>
                      <a:pt x="74802" y="339216"/>
                      <a:pt x="75691" y="341248"/>
                      <a:pt x="75691" y="343280"/>
                    </a:cubicBezTo>
                    <a:lnTo>
                      <a:pt x="75691" y="358393"/>
                    </a:lnTo>
                    <a:lnTo>
                      <a:pt x="68072" y="358393"/>
                    </a:lnTo>
                    <a:lnTo>
                      <a:pt x="73406" y="353059"/>
                    </a:lnTo>
                    <a:lnTo>
                      <a:pt x="88518" y="368172"/>
                    </a:lnTo>
                    <a:cubicBezTo>
                      <a:pt x="89915" y="369569"/>
                      <a:pt x="90804" y="371601"/>
                      <a:pt x="90804" y="373506"/>
                    </a:cubicBezTo>
                    <a:lnTo>
                      <a:pt x="90804" y="388619"/>
                    </a:lnTo>
                    <a:lnTo>
                      <a:pt x="83184" y="388619"/>
                    </a:lnTo>
                    <a:lnTo>
                      <a:pt x="88518" y="383285"/>
                    </a:lnTo>
                    <a:lnTo>
                      <a:pt x="103631" y="398398"/>
                    </a:lnTo>
                    <a:cubicBezTo>
                      <a:pt x="105028" y="399795"/>
                      <a:pt x="105790" y="401827"/>
                      <a:pt x="105790" y="403859"/>
                    </a:cubicBezTo>
                    <a:lnTo>
                      <a:pt x="105790" y="418972"/>
                    </a:lnTo>
                    <a:lnTo>
                      <a:pt x="98170" y="418972"/>
                    </a:lnTo>
                    <a:lnTo>
                      <a:pt x="103631" y="413638"/>
                    </a:lnTo>
                    <a:lnTo>
                      <a:pt x="118744" y="428751"/>
                    </a:lnTo>
                    <a:cubicBezTo>
                      <a:pt x="120141" y="430148"/>
                      <a:pt x="121030" y="432180"/>
                      <a:pt x="121030" y="434085"/>
                    </a:cubicBezTo>
                    <a:lnTo>
                      <a:pt x="121030" y="448817"/>
                    </a:lnTo>
                    <a:lnTo>
                      <a:pt x="113410" y="448817"/>
                    </a:lnTo>
                    <a:lnTo>
                      <a:pt x="118744" y="443483"/>
                    </a:lnTo>
                    <a:lnTo>
                      <a:pt x="148970" y="473709"/>
                    </a:lnTo>
                    <a:lnTo>
                      <a:pt x="143636" y="479043"/>
                    </a:lnTo>
                    <a:lnTo>
                      <a:pt x="138302" y="473709"/>
                    </a:lnTo>
                    <a:lnTo>
                      <a:pt x="153415" y="458596"/>
                    </a:lnTo>
                    <a:cubicBezTo>
                      <a:pt x="154812" y="457199"/>
                      <a:pt x="156717" y="456310"/>
                      <a:pt x="158749" y="456310"/>
                    </a:cubicBezTo>
                    <a:lnTo>
                      <a:pt x="188975" y="456310"/>
                    </a:lnTo>
                    <a:cubicBezTo>
                      <a:pt x="191007" y="456310"/>
                      <a:pt x="192912" y="457072"/>
                      <a:pt x="194309" y="458596"/>
                    </a:cubicBezTo>
                    <a:lnTo>
                      <a:pt x="209422" y="473709"/>
                    </a:lnTo>
                    <a:lnTo>
                      <a:pt x="204088" y="479043"/>
                    </a:lnTo>
                    <a:lnTo>
                      <a:pt x="198754" y="473709"/>
                    </a:lnTo>
                    <a:lnTo>
                      <a:pt x="228980" y="443483"/>
                    </a:lnTo>
                    <a:lnTo>
                      <a:pt x="234314" y="448817"/>
                    </a:lnTo>
                    <a:lnTo>
                      <a:pt x="226694" y="448817"/>
                    </a:lnTo>
                    <a:lnTo>
                      <a:pt x="226694" y="403605"/>
                    </a:lnTo>
                    <a:cubicBezTo>
                      <a:pt x="226694" y="401573"/>
                      <a:pt x="227456" y="399668"/>
                      <a:pt x="228980" y="398144"/>
                    </a:cubicBezTo>
                    <a:lnTo>
                      <a:pt x="244093" y="383031"/>
                    </a:lnTo>
                    <a:cubicBezTo>
                      <a:pt x="247014" y="380110"/>
                      <a:pt x="251840" y="380110"/>
                      <a:pt x="254888" y="383031"/>
                    </a:cubicBezTo>
                    <a:lnTo>
                      <a:pt x="270001" y="398144"/>
                    </a:lnTo>
                    <a:cubicBezTo>
                      <a:pt x="271398" y="399541"/>
                      <a:pt x="272287" y="401573"/>
                      <a:pt x="272287" y="403605"/>
                    </a:cubicBezTo>
                    <a:lnTo>
                      <a:pt x="272287" y="418718"/>
                    </a:lnTo>
                    <a:lnTo>
                      <a:pt x="264667" y="418718"/>
                    </a:lnTo>
                    <a:lnTo>
                      <a:pt x="270001" y="413384"/>
                    </a:lnTo>
                    <a:lnTo>
                      <a:pt x="300227" y="443610"/>
                    </a:lnTo>
                    <a:cubicBezTo>
                      <a:pt x="301624" y="445007"/>
                      <a:pt x="302513" y="446912"/>
                      <a:pt x="302513" y="448944"/>
                    </a:cubicBezTo>
                    <a:lnTo>
                      <a:pt x="302513" y="464057"/>
                    </a:lnTo>
                    <a:lnTo>
                      <a:pt x="294893" y="464057"/>
                    </a:lnTo>
                    <a:lnTo>
                      <a:pt x="300227" y="458723"/>
                    </a:lnTo>
                    <a:lnTo>
                      <a:pt x="315340" y="473836"/>
                    </a:lnTo>
                    <a:cubicBezTo>
                      <a:pt x="316737" y="475233"/>
                      <a:pt x="317499" y="477138"/>
                      <a:pt x="317499" y="479170"/>
                    </a:cubicBezTo>
                    <a:lnTo>
                      <a:pt x="317499" y="494283"/>
                    </a:lnTo>
                    <a:lnTo>
                      <a:pt x="316737" y="498220"/>
                    </a:lnTo>
                    <a:lnTo>
                      <a:pt x="315340" y="499617"/>
                    </a:lnTo>
                    <a:lnTo>
                      <a:pt x="300227" y="514729"/>
                    </a:lnTo>
                    <a:cubicBezTo>
                      <a:pt x="297306" y="517650"/>
                      <a:pt x="292480" y="517650"/>
                      <a:pt x="289432" y="514729"/>
                    </a:cubicBezTo>
                    <a:lnTo>
                      <a:pt x="274192" y="499616"/>
                    </a:lnTo>
                    <a:lnTo>
                      <a:pt x="279526" y="494283"/>
                    </a:lnTo>
                    <a:lnTo>
                      <a:pt x="279526" y="501902"/>
                    </a:lnTo>
                    <a:lnTo>
                      <a:pt x="234314" y="501902"/>
                    </a:lnTo>
                    <a:lnTo>
                      <a:pt x="234314" y="494283"/>
                    </a:lnTo>
                    <a:lnTo>
                      <a:pt x="239648" y="499616"/>
                    </a:lnTo>
                    <a:lnTo>
                      <a:pt x="209422" y="529842"/>
                    </a:lnTo>
                    <a:cubicBezTo>
                      <a:pt x="208025" y="531239"/>
                      <a:pt x="206120" y="532128"/>
                      <a:pt x="204088" y="532128"/>
                    </a:cubicBezTo>
                    <a:lnTo>
                      <a:pt x="158749" y="532128"/>
                    </a:lnTo>
                    <a:lnTo>
                      <a:pt x="158749" y="524508"/>
                    </a:lnTo>
                    <a:lnTo>
                      <a:pt x="166369" y="524508"/>
                    </a:lnTo>
                    <a:lnTo>
                      <a:pt x="166369" y="554734"/>
                    </a:lnTo>
                    <a:cubicBezTo>
                      <a:pt x="166369" y="556766"/>
                      <a:pt x="165607" y="558671"/>
                      <a:pt x="164083" y="560068"/>
                    </a:cubicBezTo>
                    <a:lnTo>
                      <a:pt x="148970" y="575181"/>
                    </a:lnTo>
                    <a:lnTo>
                      <a:pt x="143636" y="569847"/>
                    </a:lnTo>
                    <a:lnTo>
                      <a:pt x="151256" y="569847"/>
                    </a:lnTo>
                    <a:lnTo>
                      <a:pt x="151256" y="599946"/>
                    </a:lnTo>
                    <a:lnTo>
                      <a:pt x="143636" y="599946"/>
                    </a:lnTo>
                    <a:lnTo>
                      <a:pt x="148970" y="594612"/>
                    </a:lnTo>
                    <a:lnTo>
                      <a:pt x="164083" y="609725"/>
                    </a:lnTo>
                    <a:cubicBezTo>
                      <a:pt x="165480" y="611122"/>
                      <a:pt x="166369" y="613154"/>
                      <a:pt x="166369" y="615059"/>
                    </a:cubicBezTo>
                    <a:lnTo>
                      <a:pt x="166369" y="630172"/>
                    </a:lnTo>
                    <a:lnTo>
                      <a:pt x="158749" y="630172"/>
                    </a:lnTo>
                    <a:lnTo>
                      <a:pt x="164083" y="624838"/>
                    </a:lnTo>
                    <a:lnTo>
                      <a:pt x="179196" y="639951"/>
                    </a:lnTo>
                    <a:cubicBezTo>
                      <a:pt x="180593" y="641348"/>
                      <a:pt x="181482" y="643380"/>
                      <a:pt x="181482" y="645285"/>
                    </a:cubicBezTo>
                    <a:lnTo>
                      <a:pt x="181482" y="705737"/>
                    </a:lnTo>
                    <a:lnTo>
                      <a:pt x="173862" y="705737"/>
                    </a:lnTo>
                    <a:lnTo>
                      <a:pt x="179196" y="700403"/>
                    </a:lnTo>
                    <a:lnTo>
                      <a:pt x="194309" y="715516"/>
                    </a:lnTo>
                    <a:cubicBezTo>
                      <a:pt x="195706" y="716913"/>
                      <a:pt x="196595" y="718945"/>
                      <a:pt x="196595" y="720977"/>
                    </a:cubicBezTo>
                    <a:lnTo>
                      <a:pt x="196595" y="751203"/>
                    </a:lnTo>
                    <a:lnTo>
                      <a:pt x="188975" y="751203"/>
                    </a:lnTo>
                    <a:lnTo>
                      <a:pt x="194309" y="745869"/>
                    </a:lnTo>
                    <a:lnTo>
                      <a:pt x="239648" y="791208"/>
                    </a:lnTo>
                    <a:lnTo>
                      <a:pt x="234314" y="796542"/>
                    </a:lnTo>
                    <a:lnTo>
                      <a:pt x="234314" y="788922"/>
                    </a:lnTo>
                    <a:lnTo>
                      <a:pt x="249427" y="788922"/>
                    </a:lnTo>
                    <a:lnTo>
                      <a:pt x="253364" y="789684"/>
                    </a:lnTo>
                    <a:lnTo>
                      <a:pt x="330326" y="866645"/>
                    </a:lnTo>
                    <a:lnTo>
                      <a:pt x="324992" y="872106"/>
                    </a:lnTo>
                    <a:lnTo>
                      <a:pt x="324992" y="864487"/>
                    </a:lnTo>
                    <a:lnTo>
                      <a:pt x="340105" y="864487"/>
                    </a:lnTo>
                    <a:lnTo>
                      <a:pt x="344042" y="865249"/>
                    </a:lnTo>
                    <a:lnTo>
                      <a:pt x="405891" y="927097"/>
                    </a:lnTo>
                    <a:lnTo>
                      <a:pt x="400557" y="932558"/>
                    </a:lnTo>
                    <a:lnTo>
                      <a:pt x="400557" y="924938"/>
                    </a:lnTo>
                    <a:lnTo>
                      <a:pt x="430783" y="924938"/>
                    </a:lnTo>
                    <a:lnTo>
                      <a:pt x="430783" y="932558"/>
                    </a:lnTo>
                    <a:lnTo>
                      <a:pt x="425322" y="927097"/>
                    </a:lnTo>
                    <a:lnTo>
                      <a:pt x="455548" y="896871"/>
                    </a:lnTo>
                    <a:lnTo>
                      <a:pt x="460882" y="902206"/>
                    </a:lnTo>
                    <a:lnTo>
                      <a:pt x="453262" y="902206"/>
                    </a:lnTo>
                    <a:lnTo>
                      <a:pt x="453262" y="886838"/>
                    </a:lnTo>
                    <a:lnTo>
                      <a:pt x="454024" y="882901"/>
                    </a:lnTo>
                    <a:lnTo>
                      <a:pt x="455421" y="881504"/>
                    </a:lnTo>
                    <a:lnTo>
                      <a:pt x="470534" y="866392"/>
                    </a:lnTo>
                    <a:lnTo>
                      <a:pt x="475868" y="871852"/>
                    </a:lnTo>
                    <a:lnTo>
                      <a:pt x="468248" y="871852"/>
                    </a:lnTo>
                    <a:lnTo>
                      <a:pt x="468248" y="856613"/>
                    </a:lnTo>
                    <a:lnTo>
                      <a:pt x="469010" y="852676"/>
                    </a:lnTo>
                    <a:lnTo>
                      <a:pt x="485520" y="836166"/>
                    </a:lnTo>
                    <a:lnTo>
                      <a:pt x="490854" y="841500"/>
                    </a:lnTo>
                    <a:lnTo>
                      <a:pt x="483361" y="841500"/>
                    </a:lnTo>
                    <a:lnTo>
                      <a:pt x="483361" y="645158"/>
                    </a:lnTo>
                    <a:lnTo>
                      <a:pt x="490981" y="645158"/>
                    </a:lnTo>
                    <a:lnTo>
                      <a:pt x="490981" y="652778"/>
                    </a:lnTo>
                    <a:lnTo>
                      <a:pt x="475868" y="652778"/>
                    </a:lnTo>
                    <a:lnTo>
                      <a:pt x="471931" y="652016"/>
                    </a:lnTo>
                    <a:lnTo>
                      <a:pt x="470534" y="650619"/>
                    </a:lnTo>
                    <a:lnTo>
                      <a:pt x="425195" y="605280"/>
                    </a:lnTo>
                    <a:lnTo>
                      <a:pt x="430656" y="599819"/>
                    </a:lnTo>
                    <a:lnTo>
                      <a:pt x="430656" y="607439"/>
                    </a:lnTo>
                    <a:lnTo>
                      <a:pt x="415543" y="607439"/>
                    </a:lnTo>
                    <a:lnTo>
                      <a:pt x="411606" y="606677"/>
                    </a:lnTo>
                    <a:lnTo>
                      <a:pt x="410209" y="605280"/>
                    </a:lnTo>
                    <a:lnTo>
                      <a:pt x="395096" y="590167"/>
                    </a:lnTo>
                    <a:cubicBezTo>
                      <a:pt x="392048" y="587246"/>
                      <a:pt x="392048" y="582420"/>
                      <a:pt x="395096" y="579372"/>
                    </a:cubicBezTo>
                    <a:lnTo>
                      <a:pt x="440435" y="534033"/>
                    </a:lnTo>
                    <a:lnTo>
                      <a:pt x="445769" y="539367"/>
                    </a:lnTo>
                    <a:lnTo>
                      <a:pt x="438149" y="539367"/>
                    </a:lnTo>
                    <a:lnTo>
                      <a:pt x="438149" y="524381"/>
                    </a:lnTo>
                    <a:lnTo>
                      <a:pt x="438911" y="520444"/>
                    </a:lnTo>
                    <a:lnTo>
                      <a:pt x="440308" y="519047"/>
                    </a:lnTo>
                    <a:lnTo>
                      <a:pt x="455421" y="503934"/>
                    </a:lnTo>
                    <a:lnTo>
                      <a:pt x="460755" y="509395"/>
                    </a:lnTo>
                    <a:lnTo>
                      <a:pt x="453135" y="509395"/>
                    </a:lnTo>
                    <a:lnTo>
                      <a:pt x="453135" y="403605"/>
                    </a:lnTo>
                    <a:lnTo>
                      <a:pt x="460755" y="403605"/>
                    </a:lnTo>
                    <a:lnTo>
                      <a:pt x="455421" y="408939"/>
                    </a:lnTo>
                    <a:lnTo>
                      <a:pt x="440308" y="393826"/>
                    </a:lnTo>
                    <a:cubicBezTo>
                      <a:pt x="438911" y="392429"/>
                      <a:pt x="438022" y="390524"/>
                      <a:pt x="438022" y="388365"/>
                    </a:cubicBezTo>
                    <a:lnTo>
                      <a:pt x="438022" y="358266"/>
                    </a:lnTo>
                    <a:lnTo>
                      <a:pt x="445642" y="358266"/>
                    </a:lnTo>
                    <a:lnTo>
                      <a:pt x="440308" y="363600"/>
                    </a:lnTo>
                    <a:lnTo>
                      <a:pt x="425195" y="348487"/>
                    </a:lnTo>
                    <a:cubicBezTo>
                      <a:pt x="423798" y="347090"/>
                      <a:pt x="423036" y="345058"/>
                      <a:pt x="423036" y="343153"/>
                    </a:cubicBezTo>
                    <a:lnTo>
                      <a:pt x="423036" y="328040"/>
                    </a:lnTo>
                    <a:lnTo>
                      <a:pt x="430656" y="328040"/>
                    </a:lnTo>
                    <a:lnTo>
                      <a:pt x="425195" y="333374"/>
                    </a:lnTo>
                    <a:lnTo>
                      <a:pt x="410082" y="318261"/>
                    </a:lnTo>
                    <a:cubicBezTo>
                      <a:pt x="408685" y="316864"/>
                      <a:pt x="407796" y="314959"/>
                      <a:pt x="407796" y="312927"/>
                    </a:cubicBezTo>
                    <a:lnTo>
                      <a:pt x="407796" y="297814"/>
                    </a:lnTo>
                    <a:lnTo>
                      <a:pt x="415416" y="297814"/>
                    </a:lnTo>
                    <a:lnTo>
                      <a:pt x="410082" y="303148"/>
                    </a:lnTo>
                    <a:lnTo>
                      <a:pt x="379856" y="272922"/>
                    </a:lnTo>
                    <a:cubicBezTo>
                      <a:pt x="378459" y="271525"/>
                      <a:pt x="377570" y="269493"/>
                      <a:pt x="377570" y="267588"/>
                    </a:cubicBezTo>
                    <a:lnTo>
                      <a:pt x="377570" y="252475"/>
                    </a:lnTo>
                    <a:lnTo>
                      <a:pt x="378332" y="248538"/>
                    </a:lnTo>
                    <a:lnTo>
                      <a:pt x="379729" y="247141"/>
                    </a:lnTo>
                    <a:lnTo>
                      <a:pt x="394842" y="232028"/>
                    </a:lnTo>
                    <a:cubicBezTo>
                      <a:pt x="396239" y="230631"/>
                      <a:pt x="398144" y="229742"/>
                      <a:pt x="400176" y="229742"/>
                    </a:cubicBezTo>
                    <a:lnTo>
                      <a:pt x="445515" y="229742"/>
                    </a:lnTo>
                    <a:cubicBezTo>
                      <a:pt x="447547" y="229742"/>
                      <a:pt x="449452" y="230504"/>
                      <a:pt x="450849" y="232028"/>
                    </a:cubicBezTo>
                    <a:lnTo>
                      <a:pt x="465962" y="247141"/>
                    </a:lnTo>
                    <a:lnTo>
                      <a:pt x="460628" y="252475"/>
                    </a:lnTo>
                    <a:lnTo>
                      <a:pt x="460628" y="244855"/>
                    </a:lnTo>
                    <a:lnTo>
                      <a:pt x="566418" y="244855"/>
                    </a:lnTo>
                    <a:lnTo>
                      <a:pt x="566418" y="252475"/>
                    </a:lnTo>
                    <a:lnTo>
                      <a:pt x="561084" y="247141"/>
                    </a:lnTo>
                    <a:lnTo>
                      <a:pt x="591310" y="216915"/>
                    </a:lnTo>
                    <a:lnTo>
                      <a:pt x="596771" y="222249"/>
                    </a:lnTo>
                    <a:lnTo>
                      <a:pt x="589151" y="222249"/>
                    </a:lnTo>
                    <a:lnTo>
                      <a:pt x="589151" y="207136"/>
                    </a:lnTo>
                    <a:lnTo>
                      <a:pt x="589913" y="203199"/>
                    </a:lnTo>
                    <a:lnTo>
                      <a:pt x="621536" y="171576"/>
                    </a:lnTo>
                    <a:lnTo>
                      <a:pt x="626870" y="176910"/>
                    </a:lnTo>
                    <a:lnTo>
                      <a:pt x="619250" y="176910"/>
                    </a:lnTo>
                    <a:lnTo>
                      <a:pt x="619250" y="116585"/>
                    </a:lnTo>
                    <a:lnTo>
                      <a:pt x="626870" y="116585"/>
                    </a:lnTo>
                    <a:lnTo>
                      <a:pt x="621536" y="121919"/>
                    </a:lnTo>
                    <a:lnTo>
                      <a:pt x="591310" y="91694"/>
                    </a:lnTo>
                    <a:cubicBezTo>
                      <a:pt x="589913" y="90297"/>
                      <a:pt x="589151" y="88392"/>
                      <a:pt x="589151" y="86360"/>
                    </a:cubicBezTo>
                    <a:lnTo>
                      <a:pt x="589151" y="41021"/>
                    </a:lnTo>
                    <a:lnTo>
                      <a:pt x="596771" y="41021"/>
                    </a:lnTo>
                    <a:lnTo>
                      <a:pt x="591310" y="46355"/>
                    </a:lnTo>
                    <a:lnTo>
                      <a:pt x="576197" y="31242"/>
                    </a:lnTo>
                    <a:lnTo>
                      <a:pt x="581531" y="25908"/>
                    </a:lnTo>
                    <a:lnTo>
                      <a:pt x="581531" y="33528"/>
                    </a:lnTo>
                    <a:lnTo>
                      <a:pt x="521206" y="33528"/>
                    </a:lnTo>
                    <a:cubicBezTo>
                      <a:pt x="519174" y="33528"/>
                      <a:pt x="517269" y="32766"/>
                      <a:pt x="515873" y="31242"/>
                    </a:cubicBezTo>
                    <a:lnTo>
                      <a:pt x="495299" y="10795"/>
                    </a:lnTo>
                    <a:lnTo>
                      <a:pt x="506093" y="0"/>
                    </a:lnTo>
                    <a:lnTo>
                      <a:pt x="526540" y="20447"/>
                    </a:lnTo>
                    <a:lnTo>
                      <a:pt x="521206" y="25908"/>
                    </a:lnTo>
                    <a:lnTo>
                      <a:pt x="521206" y="18288"/>
                    </a:lnTo>
                    <a:lnTo>
                      <a:pt x="581658" y="18288"/>
                    </a:lnTo>
                    <a:cubicBezTo>
                      <a:pt x="583690" y="18288"/>
                      <a:pt x="585595" y="19050"/>
                      <a:pt x="587119" y="20574"/>
                    </a:cubicBezTo>
                    <a:lnTo>
                      <a:pt x="602232" y="35687"/>
                    </a:lnTo>
                    <a:cubicBezTo>
                      <a:pt x="603629" y="37084"/>
                      <a:pt x="604518" y="38989"/>
                      <a:pt x="604518" y="41021"/>
                    </a:cubicBezTo>
                    <a:lnTo>
                      <a:pt x="604518" y="86360"/>
                    </a:lnTo>
                    <a:lnTo>
                      <a:pt x="596898" y="86360"/>
                    </a:lnTo>
                    <a:lnTo>
                      <a:pt x="602232" y="81026"/>
                    </a:lnTo>
                    <a:lnTo>
                      <a:pt x="632458" y="111252"/>
                    </a:lnTo>
                    <a:cubicBezTo>
                      <a:pt x="633855" y="112649"/>
                      <a:pt x="634617" y="114681"/>
                      <a:pt x="634617" y="116585"/>
                    </a:cubicBezTo>
                    <a:lnTo>
                      <a:pt x="634617" y="177037"/>
                    </a:lnTo>
                    <a:cubicBezTo>
                      <a:pt x="634617" y="179069"/>
                      <a:pt x="633855" y="180974"/>
                      <a:pt x="632458" y="182371"/>
                    </a:cubicBezTo>
                    <a:lnTo>
                      <a:pt x="602105" y="212597"/>
                    </a:lnTo>
                    <a:lnTo>
                      <a:pt x="596771" y="207263"/>
                    </a:lnTo>
                    <a:lnTo>
                      <a:pt x="604391" y="207263"/>
                    </a:lnTo>
                    <a:lnTo>
                      <a:pt x="604391" y="222376"/>
                    </a:lnTo>
                    <a:lnTo>
                      <a:pt x="603629" y="226313"/>
                    </a:lnTo>
                    <a:lnTo>
                      <a:pt x="572006" y="257936"/>
                    </a:lnTo>
                    <a:cubicBezTo>
                      <a:pt x="570609" y="259333"/>
                      <a:pt x="568704" y="260222"/>
                      <a:pt x="566672" y="260222"/>
                    </a:cubicBezTo>
                    <a:lnTo>
                      <a:pt x="460755" y="260222"/>
                    </a:lnTo>
                    <a:cubicBezTo>
                      <a:pt x="458723" y="260222"/>
                      <a:pt x="456818" y="259460"/>
                      <a:pt x="455421" y="257936"/>
                    </a:cubicBezTo>
                    <a:lnTo>
                      <a:pt x="440308" y="242823"/>
                    </a:lnTo>
                    <a:lnTo>
                      <a:pt x="445642" y="237489"/>
                    </a:lnTo>
                    <a:lnTo>
                      <a:pt x="445642" y="245109"/>
                    </a:lnTo>
                    <a:lnTo>
                      <a:pt x="400430" y="245109"/>
                    </a:lnTo>
                    <a:lnTo>
                      <a:pt x="400430" y="237489"/>
                    </a:lnTo>
                    <a:lnTo>
                      <a:pt x="405764" y="242823"/>
                    </a:lnTo>
                    <a:lnTo>
                      <a:pt x="390651" y="257936"/>
                    </a:lnTo>
                    <a:lnTo>
                      <a:pt x="385317" y="252602"/>
                    </a:lnTo>
                    <a:lnTo>
                      <a:pt x="392937" y="252602"/>
                    </a:lnTo>
                    <a:lnTo>
                      <a:pt x="392937" y="267715"/>
                    </a:lnTo>
                    <a:lnTo>
                      <a:pt x="385317" y="267715"/>
                    </a:lnTo>
                    <a:lnTo>
                      <a:pt x="390651" y="262381"/>
                    </a:lnTo>
                    <a:lnTo>
                      <a:pt x="420877" y="292607"/>
                    </a:lnTo>
                    <a:cubicBezTo>
                      <a:pt x="422274" y="294004"/>
                      <a:pt x="423036" y="296036"/>
                      <a:pt x="423036" y="297941"/>
                    </a:cubicBezTo>
                    <a:lnTo>
                      <a:pt x="423036" y="312927"/>
                    </a:lnTo>
                    <a:lnTo>
                      <a:pt x="415416" y="312927"/>
                    </a:lnTo>
                    <a:lnTo>
                      <a:pt x="420877" y="307593"/>
                    </a:lnTo>
                    <a:lnTo>
                      <a:pt x="435990" y="322706"/>
                    </a:lnTo>
                    <a:cubicBezTo>
                      <a:pt x="437387" y="324103"/>
                      <a:pt x="438276" y="326008"/>
                      <a:pt x="438276" y="328040"/>
                    </a:cubicBezTo>
                    <a:lnTo>
                      <a:pt x="438276" y="343153"/>
                    </a:lnTo>
                    <a:lnTo>
                      <a:pt x="430656" y="343153"/>
                    </a:lnTo>
                    <a:lnTo>
                      <a:pt x="435990" y="337692"/>
                    </a:lnTo>
                    <a:lnTo>
                      <a:pt x="451103" y="352805"/>
                    </a:lnTo>
                    <a:cubicBezTo>
                      <a:pt x="452500" y="354202"/>
                      <a:pt x="453389" y="356234"/>
                      <a:pt x="453389" y="358139"/>
                    </a:cubicBezTo>
                    <a:lnTo>
                      <a:pt x="453389" y="388365"/>
                    </a:lnTo>
                    <a:lnTo>
                      <a:pt x="445769" y="388365"/>
                    </a:lnTo>
                    <a:lnTo>
                      <a:pt x="451103" y="383031"/>
                    </a:lnTo>
                    <a:lnTo>
                      <a:pt x="466216" y="398144"/>
                    </a:lnTo>
                    <a:cubicBezTo>
                      <a:pt x="467613" y="399541"/>
                      <a:pt x="468502" y="401573"/>
                      <a:pt x="468502" y="403605"/>
                    </a:cubicBezTo>
                    <a:lnTo>
                      <a:pt x="468502" y="509268"/>
                    </a:lnTo>
                    <a:cubicBezTo>
                      <a:pt x="468502" y="511300"/>
                      <a:pt x="467740" y="513205"/>
                      <a:pt x="466216" y="514602"/>
                    </a:cubicBezTo>
                    <a:lnTo>
                      <a:pt x="451103" y="529715"/>
                    </a:lnTo>
                    <a:lnTo>
                      <a:pt x="445769" y="524381"/>
                    </a:lnTo>
                    <a:lnTo>
                      <a:pt x="453389" y="524381"/>
                    </a:lnTo>
                    <a:lnTo>
                      <a:pt x="453389" y="539494"/>
                    </a:lnTo>
                    <a:lnTo>
                      <a:pt x="452627" y="543431"/>
                    </a:lnTo>
                    <a:lnTo>
                      <a:pt x="405891" y="590167"/>
                    </a:lnTo>
                    <a:lnTo>
                      <a:pt x="400557" y="584833"/>
                    </a:lnTo>
                    <a:lnTo>
                      <a:pt x="405891" y="579499"/>
                    </a:lnTo>
                    <a:lnTo>
                      <a:pt x="421004" y="594612"/>
                    </a:lnTo>
                    <a:lnTo>
                      <a:pt x="415543" y="599946"/>
                    </a:lnTo>
                    <a:lnTo>
                      <a:pt x="415543" y="592326"/>
                    </a:lnTo>
                    <a:lnTo>
                      <a:pt x="430656" y="592326"/>
                    </a:lnTo>
                    <a:lnTo>
                      <a:pt x="434593" y="593088"/>
                    </a:lnTo>
                    <a:lnTo>
                      <a:pt x="435990" y="594485"/>
                    </a:lnTo>
                    <a:lnTo>
                      <a:pt x="481329" y="639824"/>
                    </a:lnTo>
                    <a:lnTo>
                      <a:pt x="475995" y="645158"/>
                    </a:lnTo>
                    <a:lnTo>
                      <a:pt x="475995" y="637538"/>
                    </a:lnTo>
                    <a:lnTo>
                      <a:pt x="490981" y="637538"/>
                    </a:lnTo>
                    <a:lnTo>
                      <a:pt x="498600" y="640967"/>
                    </a:lnTo>
                    <a:lnTo>
                      <a:pt x="498600" y="841500"/>
                    </a:lnTo>
                    <a:cubicBezTo>
                      <a:pt x="498600" y="843532"/>
                      <a:pt x="497838" y="845437"/>
                      <a:pt x="496315" y="846834"/>
                    </a:cubicBezTo>
                    <a:lnTo>
                      <a:pt x="481202" y="861947"/>
                    </a:lnTo>
                    <a:lnTo>
                      <a:pt x="475868" y="856613"/>
                    </a:lnTo>
                    <a:lnTo>
                      <a:pt x="483488" y="856613"/>
                    </a:lnTo>
                    <a:lnTo>
                      <a:pt x="483488" y="871726"/>
                    </a:lnTo>
                    <a:lnTo>
                      <a:pt x="482726" y="875662"/>
                    </a:lnTo>
                    <a:lnTo>
                      <a:pt x="481329" y="877059"/>
                    </a:lnTo>
                    <a:lnTo>
                      <a:pt x="466216" y="892173"/>
                    </a:lnTo>
                    <a:lnTo>
                      <a:pt x="460882" y="886839"/>
                    </a:lnTo>
                    <a:lnTo>
                      <a:pt x="468502" y="886839"/>
                    </a:lnTo>
                    <a:lnTo>
                      <a:pt x="468502" y="901951"/>
                    </a:lnTo>
                    <a:lnTo>
                      <a:pt x="467740" y="905888"/>
                    </a:lnTo>
                    <a:lnTo>
                      <a:pt x="466343" y="907285"/>
                    </a:lnTo>
                    <a:lnTo>
                      <a:pt x="436117" y="937511"/>
                    </a:lnTo>
                    <a:cubicBezTo>
                      <a:pt x="434720" y="938908"/>
                      <a:pt x="432815" y="939797"/>
                      <a:pt x="430783" y="939797"/>
                    </a:cubicBezTo>
                    <a:lnTo>
                      <a:pt x="400430" y="939797"/>
                    </a:lnTo>
                    <a:cubicBezTo>
                      <a:pt x="398398" y="939797"/>
                      <a:pt x="396493" y="939035"/>
                      <a:pt x="395096" y="937511"/>
                    </a:cubicBezTo>
                    <a:lnTo>
                      <a:pt x="334644" y="877059"/>
                    </a:lnTo>
                    <a:lnTo>
                      <a:pt x="339978" y="871726"/>
                    </a:lnTo>
                    <a:lnTo>
                      <a:pt x="339978" y="879345"/>
                    </a:lnTo>
                    <a:lnTo>
                      <a:pt x="324865" y="879345"/>
                    </a:lnTo>
                    <a:lnTo>
                      <a:pt x="320928" y="878584"/>
                    </a:lnTo>
                    <a:lnTo>
                      <a:pt x="319531" y="877187"/>
                    </a:lnTo>
                    <a:lnTo>
                      <a:pt x="243966" y="801622"/>
                    </a:lnTo>
                    <a:lnTo>
                      <a:pt x="249300" y="796288"/>
                    </a:lnTo>
                    <a:lnTo>
                      <a:pt x="249300" y="803908"/>
                    </a:lnTo>
                    <a:lnTo>
                      <a:pt x="234314" y="803908"/>
                    </a:lnTo>
                    <a:lnTo>
                      <a:pt x="230377" y="803146"/>
                    </a:lnTo>
                    <a:lnTo>
                      <a:pt x="228980" y="801749"/>
                    </a:lnTo>
                    <a:lnTo>
                      <a:pt x="183641" y="756410"/>
                    </a:lnTo>
                    <a:cubicBezTo>
                      <a:pt x="182244" y="755013"/>
                      <a:pt x="181355" y="752981"/>
                      <a:pt x="181355" y="750949"/>
                    </a:cubicBezTo>
                    <a:lnTo>
                      <a:pt x="181355" y="720723"/>
                    </a:lnTo>
                    <a:lnTo>
                      <a:pt x="188975" y="720723"/>
                    </a:lnTo>
                    <a:lnTo>
                      <a:pt x="183641" y="726057"/>
                    </a:lnTo>
                    <a:lnTo>
                      <a:pt x="168528" y="710944"/>
                    </a:lnTo>
                    <a:cubicBezTo>
                      <a:pt x="167131" y="709547"/>
                      <a:pt x="166242" y="707642"/>
                      <a:pt x="166242" y="705610"/>
                    </a:cubicBezTo>
                    <a:lnTo>
                      <a:pt x="166242" y="645158"/>
                    </a:lnTo>
                    <a:lnTo>
                      <a:pt x="173862" y="645158"/>
                    </a:lnTo>
                    <a:lnTo>
                      <a:pt x="168528" y="650492"/>
                    </a:lnTo>
                    <a:lnTo>
                      <a:pt x="153415" y="635379"/>
                    </a:lnTo>
                    <a:cubicBezTo>
                      <a:pt x="152018" y="633982"/>
                      <a:pt x="151129" y="632077"/>
                      <a:pt x="151129" y="630045"/>
                    </a:cubicBezTo>
                    <a:lnTo>
                      <a:pt x="151129" y="615059"/>
                    </a:lnTo>
                    <a:lnTo>
                      <a:pt x="158749" y="615059"/>
                    </a:lnTo>
                    <a:lnTo>
                      <a:pt x="153415" y="620393"/>
                    </a:lnTo>
                    <a:lnTo>
                      <a:pt x="138302" y="605280"/>
                    </a:lnTo>
                    <a:cubicBezTo>
                      <a:pt x="136905" y="603883"/>
                      <a:pt x="136016" y="601851"/>
                      <a:pt x="136016" y="599819"/>
                    </a:cubicBezTo>
                    <a:lnTo>
                      <a:pt x="136016" y="569720"/>
                    </a:lnTo>
                    <a:cubicBezTo>
                      <a:pt x="136016" y="567688"/>
                      <a:pt x="136778" y="565783"/>
                      <a:pt x="138302" y="564386"/>
                    </a:cubicBezTo>
                    <a:lnTo>
                      <a:pt x="153288" y="549146"/>
                    </a:lnTo>
                    <a:lnTo>
                      <a:pt x="158622" y="554607"/>
                    </a:lnTo>
                    <a:lnTo>
                      <a:pt x="151002" y="554607"/>
                    </a:lnTo>
                    <a:lnTo>
                      <a:pt x="151002" y="524381"/>
                    </a:lnTo>
                    <a:cubicBezTo>
                      <a:pt x="151002" y="520190"/>
                      <a:pt x="154431" y="516761"/>
                      <a:pt x="158622" y="516761"/>
                    </a:cubicBezTo>
                    <a:lnTo>
                      <a:pt x="203961" y="516761"/>
                    </a:lnTo>
                    <a:lnTo>
                      <a:pt x="203961" y="524381"/>
                    </a:lnTo>
                    <a:lnTo>
                      <a:pt x="198627" y="519047"/>
                    </a:lnTo>
                    <a:lnTo>
                      <a:pt x="228853" y="488821"/>
                    </a:lnTo>
                    <a:cubicBezTo>
                      <a:pt x="230250" y="487425"/>
                      <a:pt x="232155" y="486536"/>
                      <a:pt x="234187" y="486536"/>
                    </a:cubicBezTo>
                    <a:lnTo>
                      <a:pt x="279526" y="486536"/>
                    </a:lnTo>
                    <a:cubicBezTo>
                      <a:pt x="281558" y="486536"/>
                      <a:pt x="283463" y="487298"/>
                      <a:pt x="284860" y="488821"/>
                    </a:cubicBezTo>
                    <a:lnTo>
                      <a:pt x="299973" y="503934"/>
                    </a:lnTo>
                    <a:lnTo>
                      <a:pt x="294639" y="509395"/>
                    </a:lnTo>
                    <a:lnTo>
                      <a:pt x="289305" y="503934"/>
                    </a:lnTo>
                    <a:lnTo>
                      <a:pt x="304418" y="488821"/>
                    </a:lnTo>
                    <a:lnTo>
                      <a:pt x="309752" y="494155"/>
                    </a:lnTo>
                    <a:lnTo>
                      <a:pt x="302132" y="494155"/>
                    </a:lnTo>
                    <a:lnTo>
                      <a:pt x="302132" y="479043"/>
                    </a:lnTo>
                    <a:lnTo>
                      <a:pt x="309752" y="479043"/>
                    </a:lnTo>
                    <a:lnTo>
                      <a:pt x="304418" y="484377"/>
                    </a:lnTo>
                    <a:lnTo>
                      <a:pt x="289305" y="469264"/>
                    </a:lnTo>
                    <a:cubicBezTo>
                      <a:pt x="287908" y="467867"/>
                      <a:pt x="287019" y="465962"/>
                      <a:pt x="287019" y="463930"/>
                    </a:cubicBezTo>
                    <a:lnTo>
                      <a:pt x="287019" y="448817"/>
                    </a:lnTo>
                    <a:lnTo>
                      <a:pt x="294639" y="448817"/>
                    </a:lnTo>
                    <a:lnTo>
                      <a:pt x="289305" y="454151"/>
                    </a:lnTo>
                    <a:lnTo>
                      <a:pt x="259079" y="423925"/>
                    </a:lnTo>
                    <a:cubicBezTo>
                      <a:pt x="257682" y="422528"/>
                      <a:pt x="256920" y="420496"/>
                      <a:pt x="256920" y="418591"/>
                    </a:cubicBezTo>
                    <a:lnTo>
                      <a:pt x="256920" y="403605"/>
                    </a:lnTo>
                    <a:lnTo>
                      <a:pt x="264540" y="403605"/>
                    </a:lnTo>
                    <a:lnTo>
                      <a:pt x="259079" y="408939"/>
                    </a:lnTo>
                    <a:lnTo>
                      <a:pt x="243966" y="393826"/>
                    </a:lnTo>
                    <a:lnTo>
                      <a:pt x="249300" y="388365"/>
                    </a:lnTo>
                    <a:lnTo>
                      <a:pt x="254634" y="393826"/>
                    </a:lnTo>
                    <a:lnTo>
                      <a:pt x="239521" y="408939"/>
                    </a:lnTo>
                    <a:lnTo>
                      <a:pt x="234187" y="403605"/>
                    </a:lnTo>
                    <a:lnTo>
                      <a:pt x="241807" y="403605"/>
                    </a:lnTo>
                    <a:lnTo>
                      <a:pt x="241807" y="448817"/>
                    </a:lnTo>
                    <a:cubicBezTo>
                      <a:pt x="241807" y="450849"/>
                      <a:pt x="241045" y="452754"/>
                      <a:pt x="239521" y="454151"/>
                    </a:cubicBezTo>
                    <a:lnTo>
                      <a:pt x="209295" y="484377"/>
                    </a:lnTo>
                    <a:cubicBezTo>
                      <a:pt x="207898" y="485774"/>
                      <a:pt x="205993" y="486663"/>
                      <a:pt x="203961" y="486663"/>
                    </a:cubicBezTo>
                    <a:lnTo>
                      <a:pt x="200024" y="485901"/>
                    </a:lnTo>
                    <a:lnTo>
                      <a:pt x="183514" y="469391"/>
                    </a:lnTo>
                    <a:lnTo>
                      <a:pt x="188848" y="464057"/>
                    </a:lnTo>
                    <a:lnTo>
                      <a:pt x="188848" y="471677"/>
                    </a:lnTo>
                    <a:lnTo>
                      <a:pt x="158749" y="471677"/>
                    </a:lnTo>
                    <a:lnTo>
                      <a:pt x="158749" y="464057"/>
                    </a:lnTo>
                    <a:lnTo>
                      <a:pt x="164083" y="469391"/>
                    </a:lnTo>
                    <a:lnTo>
                      <a:pt x="148970" y="484504"/>
                    </a:lnTo>
                    <a:cubicBezTo>
                      <a:pt x="147573" y="485901"/>
                      <a:pt x="145668" y="486790"/>
                      <a:pt x="143636" y="486790"/>
                    </a:cubicBezTo>
                    <a:lnTo>
                      <a:pt x="139699" y="486028"/>
                    </a:lnTo>
                    <a:lnTo>
                      <a:pt x="138302" y="484631"/>
                    </a:lnTo>
                    <a:lnTo>
                      <a:pt x="108076" y="454405"/>
                    </a:lnTo>
                    <a:cubicBezTo>
                      <a:pt x="106679" y="453008"/>
                      <a:pt x="105790" y="450976"/>
                      <a:pt x="105790" y="449071"/>
                    </a:cubicBezTo>
                    <a:lnTo>
                      <a:pt x="105790" y="433704"/>
                    </a:lnTo>
                    <a:lnTo>
                      <a:pt x="113410" y="433704"/>
                    </a:lnTo>
                    <a:lnTo>
                      <a:pt x="108076" y="439165"/>
                    </a:lnTo>
                    <a:lnTo>
                      <a:pt x="92963" y="424052"/>
                    </a:lnTo>
                    <a:cubicBezTo>
                      <a:pt x="91566" y="422655"/>
                      <a:pt x="90677" y="420623"/>
                      <a:pt x="90677" y="418718"/>
                    </a:cubicBezTo>
                    <a:lnTo>
                      <a:pt x="90677" y="403605"/>
                    </a:lnTo>
                    <a:lnTo>
                      <a:pt x="98297" y="403605"/>
                    </a:lnTo>
                    <a:lnTo>
                      <a:pt x="92963" y="408939"/>
                    </a:lnTo>
                    <a:lnTo>
                      <a:pt x="77850" y="393826"/>
                    </a:lnTo>
                    <a:cubicBezTo>
                      <a:pt x="76454" y="392429"/>
                      <a:pt x="75564" y="390524"/>
                      <a:pt x="75564" y="388365"/>
                    </a:cubicBezTo>
                    <a:lnTo>
                      <a:pt x="75564" y="373379"/>
                    </a:lnTo>
                    <a:lnTo>
                      <a:pt x="83184" y="373379"/>
                    </a:lnTo>
                    <a:lnTo>
                      <a:pt x="77850" y="378713"/>
                    </a:lnTo>
                    <a:lnTo>
                      <a:pt x="62738" y="363600"/>
                    </a:lnTo>
                    <a:cubicBezTo>
                      <a:pt x="61341" y="362203"/>
                      <a:pt x="60452" y="360171"/>
                      <a:pt x="60452" y="358266"/>
                    </a:cubicBezTo>
                    <a:lnTo>
                      <a:pt x="60452" y="343153"/>
                    </a:lnTo>
                    <a:lnTo>
                      <a:pt x="68072" y="343153"/>
                    </a:lnTo>
                    <a:lnTo>
                      <a:pt x="62611" y="348487"/>
                    </a:lnTo>
                    <a:lnTo>
                      <a:pt x="47498" y="333374"/>
                    </a:lnTo>
                    <a:cubicBezTo>
                      <a:pt x="46101" y="331977"/>
                      <a:pt x="45212" y="329945"/>
                      <a:pt x="45212" y="328040"/>
                    </a:cubicBezTo>
                    <a:lnTo>
                      <a:pt x="45212" y="297814"/>
                    </a:lnTo>
                    <a:lnTo>
                      <a:pt x="52832" y="297814"/>
                    </a:lnTo>
                    <a:lnTo>
                      <a:pt x="47498" y="303148"/>
                    </a:lnTo>
                    <a:lnTo>
                      <a:pt x="17272" y="272922"/>
                    </a:lnTo>
                    <a:cubicBezTo>
                      <a:pt x="15875" y="271525"/>
                      <a:pt x="14986" y="269493"/>
                      <a:pt x="14986" y="267588"/>
                    </a:cubicBezTo>
                    <a:lnTo>
                      <a:pt x="14986" y="237362"/>
                    </a:lnTo>
                    <a:lnTo>
                      <a:pt x="22606" y="237362"/>
                    </a:lnTo>
                    <a:lnTo>
                      <a:pt x="17272" y="242696"/>
                    </a:lnTo>
                    <a:lnTo>
                      <a:pt x="2159" y="227583"/>
                    </a:lnTo>
                    <a:cubicBezTo>
                      <a:pt x="762" y="226186"/>
                      <a:pt x="0" y="224154"/>
                      <a:pt x="0" y="222122"/>
                    </a:cubicBezTo>
                    <a:lnTo>
                      <a:pt x="0" y="86360"/>
                    </a:lnTo>
                    <a:cubicBezTo>
                      <a:pt x="0" y="84328"/>
                      <a:pt x="762" y="82423"/>
                      <a:pt x="2159" y="81026"/>
                    </a:cubicBezTo>
                    <a:lnTo>
                      <a:pt x="32512" y="50800"/>
                    </a:lnTo>
                    <a:cubicBezTo>
                      <a:pt x="33909" y="49403"/>
                      <a:pt x="35814" y="48514"/>
                      <a:pt x="37846" y="48514"/>
                    </a:cubicBezTo>
                    <a:lnTo>
                      <a:pt x="52959" y="48514"/>
                    </a:lnTo>
                    <a:lnTo>
                      <a:pt x="52959" y="56134"/>
                    </a:lnTo>
                    <a:lnTo>
                      <a:pt x="47625" y="50800"/>
                    </a:lnTo>
                    <a:lnTo>
                      <a:pt x="62738" y="35687"/>
                    </a:lnTo>
                    <a:cubicBezTo>
                      <a:pt x="64135" y="34290"/>
                      <a:pt x="66167" y="33401"/>
                      <a:pt x="68199" y="33401"/>
                    </a:cubicBezTo>
                    <a:lnTo>
                      <a:pt x="98424" y="33401"/>
                    </a:lnTo>
                    <a:cubicBezTo>
                      <a:pt x="100456" y="33401"/>
                      <a:pt x="102361" y="34163"/>
                      <a:pt x="103885" y="35687"/>
                    </a:cubicBezTo>
                    <a:lnTo>
                      <a:pt x="118871" y="50800"/>
                    </a:lnTo>
                    <a:cubicBezTo>
                      <a:pt x="120268" y="52197"/>
                      <a:pt x="121157" y="54229"/>
                      <a:pt x="121157" y="56134"/>
                    </a:cubicBezTo>
                    <a:lnTo>
                      <a:pt x="121157" y="71247"/>
                    </a:lnTo>
                    <a:lnTo>
                      <a:pt x="113537" y="71247"/>
                    </a:lnTo>
                    <a:lnTo>
                      <a:pt x="118871" y="65913"/>
                    </a:lnTo>
                    <a:lnTo>
                      <a:pt x="133984" y="81026"/>
                    </a:lnTo>
                    <a:cubicBezTo>
                      <a:pt x="135381" y="82423"/>
                      <a:pt x="136270" y="84455"/>
                      <a:pt x="136270" y="86360"/>
                    </a:cubicBezTo>
                    <a:lnTo>
                      <a:pt x="136270" y="101473"/>
                    </a:lnTo>
                    <a:lnTo>
                      <a:pt x="128650" y="101473"/>
                    </a:lnTo>
                    <a:lnTo>
                      <a:pt x="133984" y="96139"/>
                    </a:lnTo>
                    <a:lnTo>
                      <a:pt x="149097" y="111252"/>
                    </a:lnTo>
                    <a:cubicBezTo>
                      <a:pt x="150494" y="112649"/>
                      <a:pt x="151383" y="114681"/>
                      <a:pt x="151383" y="116586"/>
                    </a:cubicBezTo>
                    <a:lnTo>
                      <a:pt x="151383" y="131698"/>
                    </a:lnTo>
                    <a:lnTo>
                      <a:pt x="143763" y="131698"/>
                    </a:lnTo>
                    <a:lnTo>
                      <a:pt x="149097" y="126237"/>
                    </a:lnTo>
                    <a:lnTo>
                      <a:pt x="164210" y="141350"/>
                    </a:lnTo>
                    <a:cubicBezTo>
                      <a:pt x="165607" y="142747"/>
                      <a:pt x="166496" y="144779"/>
                      <a:pt x="166496" y="146684"/>
                    </a:cubicBezTo>
                    <a:lnTo>
                      <a:pt x="166496" y="161797"/>
                    </a:lnTo>
                    <a:lnTo>
                      <a:pt x="158876" y="161797"/>
                    </a:lnTo>
                    <a:lnTo>
                      <a:pt x="164210" y="156463"/>
                    </a:lnTo>
                    <a:lnTo>
                      <a:pt x="179323" y="171576"/>
                    </a:lnTo>
                    <a:cubicBezTo>
                      <a:pt x="180720" y="172973"/>
                      <a:pt x="181609" y="174878"/>
                      <a:pt x="181609" y="176910"/>
                    </a:cubicBezTo>
                    <a:lnTo>
                      <a:pt x="181609" y="192023"/>
                    </a:lnTo>
                    <a:lnTo>
                      <a:pt x="173989" y="192023"/>
                    </a:lnTo>
                    <a:lnTo>
                      <a:pt x="179323" y="186562"/>
                    </a:lnTo>
                    <a:lnTo>
                      <a:pt x="209549" y="216788"/>
                    </a:lnTo>
                    <a:cubicBezTo>
                      <a:pt x="210946" y="218185"/>
                      <a:pt x="211835" y="220217"/>
                      <a:pt x="211835" y="222122"/>
                    </a:cubicBezTo>
                    <a:lnTo>
                      <a:pt x="211835" y="237235"/>
                    </a:lnTo>
                    <a:lnTo>
                      <a:pt x="204215" y="237235"/>
                    </a:lnTo>
                    <a:lnTo>
                      <a:pt x="209549" y="231901"/>
                    </a:lnTo>
                    <a:lnTo>
                      <a:pt x="224662" y="247014"/>
                    </a:lnTo>
                    <a:lnTo>
                      <a:pt x="219328" y="252348"/>
                    </a:lnTo>
                    <a:lnTo>
                      <a:pt x="213867" y="247014"/>
                    </a:lnTo>
                    <a:lnTo>
                      <a:pt x="228980" y="231901"/>
                    </a:lnTo>
                    <a:lnTo>
                      <a:pt x="234314" y="237235"/>
                    </a:lnTo>
                    <a:lnTo>
                      <a:pt x="226694" y="237235"/>
                    </a:lnTo>
                    <a:lnTo>
                      <a:pt x="226694" y="177037"/>
                    </a:lnTo>
                    <a:cubicBezTo>
                      <a:pt x="226694" y="175005"/>
                      <a:pt x="227456" y="173100"/>
                      <a:pt x="228980" y="171703"/>
                    </a:cubicBezTo>
                    <a:lnTo>
                      <a:pt x="244093" y="156590"/>
                    </a:lnTo>
                    <a:cubicBezTo>
                      <a:pt x="247014" y="153669"/>
                      <a:pt x="251840" y="153669"/>
                      <a:pt x="254888" y="156590"/>
                    </a:cubicBezTo>
                    <a:lnTo>
                      <a:pt x="270001" y="171703"/>
                    </a:lnTo>
                    <a:lnTo>
                      <a:pt x="264667" y="177037"/>
                    </a:lnTo>
                    <a:lnTo>
                      <a:pt x="259206" y="171703"/>
                    </a:lnTo>
                    <a:lnTo>
                      <a:pt x="274319" y="156590"/>
                    </a:lnTo>
                    <a:cubicBezTo>
                      <a:pt x="275716" y="155193"/>
                      <a:pt x="277621" y="154304"/>
                      <a:pt x="279653" y="154304"/>
                    </a:cubicBezTo>
                    <a:lnTo>
                      <a:pt x="294766" y="154304"/>
                    </a:lnTo>
                    <a:lnTo>
                      <a:pt x="294766" y="161924"/>
                    </a:lnTo>
                    <a:lnTo>
                      <a:pt x="289432" y="156590"/>
                    </a:lnTo>
                    <a:lnTo>
                      <a:pt x="304545" y="141477"/>
                    </a:lnTo>
                    <a:cubicBezTo>
                      <a:pt x="307466" y="138556"/>
                      <a:pt x="312292" y="138556"/>
                      <a:pt x="315340" y="141477"/>
                    </a:cubicBezTo>
                    <a:lnTo>
                      <a:pt x="345566" y="171703"/>
                    </a:lnTo>
                    <a:lnTo>
                      <a:pt x="340232" y="177037"/>
                    </a:lnTo>
                    <a:lnTo>
                      <a:pt x="334898" y="171703"/>
                    </a:lnTo>
                    <a:lnTo>
                      <a:pt x="350011" y="156590"/>
                    </a:lnTo>
                    <a:lnTo>
                      <a:pt x="355345" y="161924"/>
                    </a:lnTo>
                    <a:lnTo>
                      <a:pt x="347725" y="161924"/>
                    </a:lnTo>
                    <a:lnTo>
                      <a:pt x="347725" y="41021"/>
                    </a:lnTo>
                    <a:cubicBezTo>
                      <a:pt x="347725" y="38989"/>
                      <a:pt x="348487" y="37084"/>
                      <a:pt x="350011" y="35687"/>
                    </a:cubicBezTo>
                    <a:lnTo>
                      <a:pt x="385571" y="127"/>
                    </a:lnTo>
                    <a:lnTo>
                      <a:pt x="396366" y="10922"/>
                    </a:ln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1" name="Freeform 31"/>
              <p:cNvSpPr/>
              <p:nvPr/>
            </p:nvSpPr>
            <p:spPr>
              <a:xfrm>
                <a:off x="63500" y="481075"/>
                <a:ext cx="196596" cy="562101"/>
              </a:xfrm>
              <a:custGeom>
                <a:avLst/>
                <a:gdLst/>
                <a:ahLst/>
                <a:cxnLst/>
                <a:rect l="l" t="t" r="r" b="b"/>
                <a:pathLst>
                  <a:path w="196596" h="562101">
                    <a:moveTo>
                      <a:pt x="58293" y="16129"/>
                    </a:moveTo>
                    <a:lnTo>
                      <a:pt x="43180" y="31242"/>
                    </a:lnTo>
                    <a:lnTo>
                      <a:pt x="37846" y="25908"/>
                    </a:lnTo>
                    <a:lnTo>
                      <a:pt x="45466" y="25908"/>
                    </a:lnTo>
                    <a:lnTo>
                      <a:pt x="45466" y="40894"/>
                    </a:lnTo>
                    <a:cubicBezTo>
                      <a:pt x="45466" y="42926"/>
                      <a:pt x="44704" y="44831"/>
                      <a:pt x="43180" y="46228"/>
                    </a:cubicBezTo>
                    <a:lnTo>
                      <a:pt x="12954" y="76581"/>
                    </a:lnTo>
                    <a:lnTo>
                      <a:pt x="7620" y="71247"/>
                    </a:lnTo>
                    <a:lnTo>
                      <a:pt x="15240" y="71247"/>
                    </a:lnTo>
                    <a:lnTo>
                      <a:pt x="15240" y="222122"/>
                    </a:lnTo>
                    <a:lnTo>
                      <a:pt x="7620" y="222122"/>
                    </a:lnTo>
                    <a:lnTo>
                      <a:pt x="12954" y="216788"/>
                    </a:lnTo>
                    <a:lnTo>
                      <a:pt x="28067" y="231901"/>
                    </a:lnTo>
                    <a:cubicBezTo>
                      <a:pt x="29464" y="233298"/>
                      <a:pt x="30353" y="235330"/>
                      <a:pt x="30353" y="237235"/>
                    </a:cubicBezTo>
                    <a:lnTo>
                      <a:pt x="30353" y="342899"/>
                    </a:lnTo>
                    <a:lnTo>
                      <a:pt x="22733" y="342899"/>
                    </a:lnTo>
                    <a:lnTo>
                      <a:pt x="28067" y="337565"/>
                    </a:lnTo>
                    <a:lnTo>
                      <a:pt x="43180" y="352678"/>
                    </a:lnTo>
                    <a:cubicBezTo>
                      <a:pt x="44577" y="354075"/>
                      <a:pt x="45466" y="356107"/>
                      <a:pt x="45466" y="358012"/>
                    </a:cubicBezTo>
                    <a:lnTo>
                      <a:pt x="45466" y="448690"/>
                    </a:lnTo>
                    <a:lnTo>
                      <a:pt x="37846" y="448690"/>
                    </a:lnTo>
                    <a:lnTo>
                      <a:pt x="43180" y="443356"/>
                    </a:lnTo>
                    <a:lnTo>
                      <a:pt x="58293" y="458469"/>
                    </a:lnTo>
                    <a:cubicBezTo>
                      <a:pt x="59690" y="459866"/>
                      <a:pt x="60579" y="461897"/>
                      <a:pt x="60579" y="463803"/>
                    </a:cubicBezTo>
                    <a:lnTo>
                      <a:pt x="60579" y="539367"/>
                    </a:lnTo>
                    <a:lnTo>
                      <a:pt x="52959" y="539367"/>
                    </a:lnTo>
                    <a:lnTo>
                      <a:pt x="52959" y="531747"/>
                    </a:lnTo>
                    <a:lnTo>
                      <a:pt x="128524" y="531747"/>
                    </a:lnTo>
                    <a:cubicBezTo>
                      <a:pt x="130556" y="531747"/>
                      <a:pt x="132461" y="532509"/>
                      <a:pt x="133858" y="534033"/>
                    </a:cubicBezTo>
                    <a:lnTo>
                      <a:pt x="148971" y="549146"/>
                    </a:lnTo>
                    <a:lnTo>
                      <a:pt x="143637" y="554480"/>
                    </a:lnTo>
                    <a:lnTo>
                      <a:pt x="143637" y="546860"/>
                    </a:lnTo>
                    <a:lnTo>
                      <a:pt x="173862" y="546860"/>
                    </a:lnTo>
                    <a:lnTo>
                      <a:pt x="173862" y="554480"/>
                    </a:lnTo>
                    <a:lnTo>
                      <a:pt x="168528" y="549146"/>
                    </a:lnTo>
                    <a:lnTo>
                      <a:pt x="183641" y="534033"/>
                    </a:lnTo>
                    <a:lnTo>
                      <a:pt x="188975" y="539367"/>
                    </a:lnTo>
                    <a:lnTo>
                      <a:pt x="181355" y="539367"/>
                    </a:lnTo>
                    <a:lnTo>
                      <a:pt x="181355" y="388365"/>
                    </a:lnTo>
                    <a:lnTo>
                      <a:pt x="188975" y="388365"/>
                    </a:lnTo>
                    <a:lnTo>
                      <a:pt x="183641" y="393699"/>
                    </a:lnTo>
                    <a:lnTo>
                      <a:pt x="168528" y="378586"/>
                    </a:lnTo>
                    <a:cubicBezTo>
                      <a:pt x="167131" y="377189"/>
                      <a:pt x="166242" y="375157"/>
                      <a:pt x="166242" y="373252"/>
                    </a:cubicBezTo>
                    <a:lnTo>
                      <a:pt x="166242" y="297687"/>
                    </a:lnTo>
                    <a:lnTo>
                      <a:pt x="173862" y="297687"/>
                    </a:lnTo>
                    <a:lnTo>
                      <a:pt x="168528" y="303021"/>
                    </a:lnTo>
                    <a:lnTo>
                      <a:pt x="153415" y="287908"/>
                    </a:lnTo>
                    <a:cubicBezTo>
                      <a:pt x="152018" y="286511"/>
                      <a:pt x="151129" y="284479"/>
                      <a:pt x="151129" y="282574"/>
                    </a:cubicBezTo>
                    <a:lnTo>
                      <a:pt x="151129" y="222122"/>
                    </a:lnTo>
                    <a:lnTo>
                      <a:pt x="158749" y="222122"/>
                    </a:lnTo>
                    <a:lnTo>
                      <a:pt x="153415" y="227456"/>
                    </a:lnTo>
                    <a:lnTo>
                      <a:pt x="138303" y="212343"/>
                    </a:lnTo>
                    <a:cubicBezTo>
                      <a:pt x="136906" y="210946"/>
                      <a:pt x="136017" y="208914"/>
                      <a:pt x="136017" y="207009"/>
                    </a:cubicBezTo>
                    <a:lnTo>
                      <a:pt x="136017" y="131571"/>
                    </a:lnTo>
                    <a:lnTo>
                      <a:pt x="143637" y="131571"/>
                    </a:lnTo>
                    <a:lnTo>
                      <a:pt x="138303" y="136905"/>
                    </a:lnTo>
                    <a:lnTo>
                      <a:pt x="123190" y="121792"/>
                    </a:lnTo>
                    <a:cubicBezTo>
                      <a:pt x="121793" y="120395"/>
                      <a:pt x="120904" y="118363"/>
                      <a:pt x="120904" y="116458"/>
                    </a:cubicBezTo>
                    <a:lnTo>
                      <a:pt x="120904" y="71120"/>
                    </a:lnTo>
                    <a:lnTo>
                      <a:pt x="128524" y="71120"/>
                    </a:lnTo>
                    <a:lnTo>
                      <a:pt x="123190" y="76454"/>
                    </a:lnTo>
                    <a:lnTo>
                      <a:pt x="108077" y="61341"/>
                    </a:lnTo>
                    <a:cubicBezTo>
                      <a:pt x="106680" y="59944"/>
                      <a:pt x="105791" y="57912"/>
                      <a:pt x="105791" y="56007"/>
                    </a:cubicBezTo>
                    <a:lnTo>
                      <a:pt x="105791" y="40894"/>
                    </a:lnTo>
                    <a:lnTo>
                      <a:pt x="113411" y="40894"/>
                    </a:lnTo>
                    <a:lnTo>
                      <a:pt x="108077" y="46228"/>
                    </a:lnTo>
                    <a:lnTo>
                      <a:pt x="92964" y="31115"/>
                    </a:lnTo>
                    <a:lnTo>
                      <a:pt x="98298" y="25781"/>
                    </a:lnTo>
                    <a:lnTo>
                      <a:pt x="98298" y="33401"/>
                    </a:lnTo>
                    <a:lnTo>
                      <a:pt x="83185" y="33401"/>
                    </a:lnTo>
                    <a:cubicBezTo>
                      <a:pt x="81153" y="33401"/>
                      <a:pt x="79248" y="32639"/>
                      <a:pt x="77851" y="31115"/>
                    </a:cubicBezTo>
                    <a:lnTo>
                      <a:pt x="62611" y="16129"/>
                    </a:lnTo>
                    <a:lnTo>
                      <a:pt x="57277" y="10795"/>
                    </a:lnTo>
                    <a:lnTo>
                      <a:pt x="68072" y="0"/>
                    </a:lnTo>
                    <a:lnTo>
                      <a:pt x="73406" y="5334"/>
                    </a:lnTo>
                    <a:lnTo>
                      <a:pt x="88519" y="20447"/>
                    </a:lnTo>
                    <a:lnTo>
                      <a:pt x="83185" y="25781"/>
                    </a:lnTo>
                    <a:lnTo>
                      <a:pt x="83185" y="18161"/>
                    </a:lnTo>
                    <a:lnTo>
                      <a:pt x="98298" y="18161"/>
                    </a:lnTo>
                    <a:cubicBezTo>
                      <a:pt x="100330" y="18161"/>
                      <a:pt x="102235" y="18923"/>
                      <a:pt x="103632" y="20447"/>
                    </a:cubicBezTo>
                    <a:lnTo>
                      <a:pt x="118745" y="35560"/>
                    </a:lnTo>
                    <a:cubicBezTo>
                      <a:pt x="120142" y="36957"/>
                      <a:pt x="121031" y="38989"/>
                      <a:pt x="121031" y="40894"/>
                    </a:cubicBezTo>
                    <a:lnTo>
                      <a:pt x="121031" y="56007"/>
                    </a:lnTo>
                    <a:lnTo>
                      <a:pt x="113411" y="56007"/>
                    </a:lnTo>
                    <a:lnTo>
                      <a:pt x="118745" y="50673"/>
                    </a:lnTo>
                    <a:lnTo>
                      <a:pt x="133858" y="65786"/>
                    </a:lnTo>
                    <a:cubicBezTo>
                      <a:pt x="135255" y="67183"/>
                      <a:pt x="136144" y="69215"/>
                      <a:pt x="136144" y="71120"/>
                    </a:cubicBezTo>
                    <a:lnTo>
                      <a:pt x="136144" y="116458"/>
                    </a:lnTo>
                    <a:lnTo>
                      <a:pt x="128524" y="116458"/>
                    </a:lnTo>
                    <a:lnTo>
                      <a:pt x="133858" y="111124"/>
                    </a:lnTo>
                    <a:lnTo>
                      <a:pt x="148971" y="126237"/>
                    </a:lnTo>
                    <a:cubicBezTo>
                      <a:pt x="150367" y="127634"/>
                      <a:pt x="151256" y="129666"/>
                      <a:pt x="151256" y="131571"/>
                    </a:cubicBezTo>
                    <a:lnTo>
                      <a:pt x="151256" y="207136"/>
                    </a:lnTo>
                    <a:lnTo>
                      <a:pt x="143637" y="207136"/>
                    </a:lnTo>
                    <a:lnTo>
                      <a:pt x="148971" y="201802"/>
                    </a:lnTo>
                    <a:lnTo>
                      <a:pt x="164083" y="216915"/>
                    </a:lnTo>
                    <a:cubicBezTo>
                      <a:pt x="165480" y="218312"/>
                      <a:pt x="166369" y="220344"/>
                      <a:pt x="166369" y="222249"/>
                    </a:cubicBezTo>
                    <a:lnTo>
                      <a:pt x="166369" y="282701"/>
                    </a:lnTo>
                    <a:lnTo>
                      <a:pt x="158749" y="282701"/>
                    </a:lnTo>
                    <a:lnTo>
                      <a:pt x="164083" y="277367"/>
                    </a:lnTo>
                    <a:lnTo>
                      <a:pt x="179196" y="292480"/>
                    </a:lnTo>
                    <a:cubicBezTo>
                      <a:pt x="180593" y="293877"/>
                      <a:pt x="181482" y="295909"/>
                      <a:pt x="181482" y="297814"/>
                    </a:cubicBezTo>
                    <a:lnTo>
                      <a:pt x="181482" y="373379"/>
                    </a:lnTo>
                    <a:lnTo>
                      <a:pt x="173862" y="373379"/>
                    </a:lnTo>
                    <a:lnTo>
                      <a:pt x="179196" y="368045"/>
                    </a:lnTo>
                    <a:lnTo>
                      <a:pt x="194309" y="383158"/>
                    </a:lnTo>
                    <a:cubicBezTo>
                      <a:pt x="195706" y="384555"/>
                      <a:pt x="196595" y="386587"/>
                      <a:pt x="196595" y="388492"/>
                    </a:cubicBezTo>
                    <a:lnTo>
                      <a:pt x="196595" y="539367"/>
                    </a:lnTo>
                    <a:cubicBezTo>
                      <a:pt x="196595" y="541399"/>
                      <a:pt x="195833" y="543304"/>
                      <a:pt x="194309" y="544701"/>
                    </a:cubicBezTo>
                    <a:lnTo>
                      <a:pt x="179196" y="559814"/>
                    </a:lnTo>
                    <a:cubicBezTo>
                      <a:pt x="177799" y="561211"/>
                      <a:pt x="175767" y="562100"/>
                      <a:pt x="173862" y="562100"/>
                    </a:cubicBezTo>
                    <a:lnTo>
                      <a:pt x="143510" y="562100"/>
                    </a:lnTo>
                    <a:cubicBezTo>
                      <a:pt x="141478" y="562100"/>
                      <a:pt x="139573" y="561338"/>
                      <a:pt x="138176" y="559814"/>
                    </a:cubicBezTo>
                    <a:lnTo>
                      <a:pt x="123063" y="544701"/>
                    </a:lnTo>
                    <a:lnTo>
                      <a:pt x="128397" y="539367"/>
                    </a:lnTo>
                    <a:lnTo>
                      <a:pt x="128397" y="546987"/>
                    </a:lnTo>
                    <a:lnTo>
                      <a:pt x="52959" y="546987"/>
                    </a:lnTo>
                    <a:cubicBezTo>
                      <a:pt x="48768" y="546987"/>
                      <a:pt x="45339" y="543558"/>
                      <a:pt x="45339" y="539367"/>
                    </a:cubicBezTo>
                    <a:lnTo>
                      <a:pt x="45339" y="463803"/>
                    </a:lnTo>
                    <a:lnTo>
                      <a:pt x="52959" y="463803"/>
                    </a:lnTo>
                    <a:lnTo>
                      <a:pt x="47625" y="469136"/>
                    </a:lnTo>
                    <a:lnTo>
                      <a:pt x="32512" y="454024"/>
                    </a:lnTo>
                    <a:cubicBezTo>
                      <a:pt x="31115" y="452627"/>
                      <a:pt x="30226" y="450595"/>
                      <a:pt x="30226" y="448690"/>
                    </a:cubicBezTo>
                    <a:lnTo>
                      <a:pt x="30226" y="358139"/>
                    </a:lnTo>
                    <a:lnTo>
                      <a:pt x="37846" y="358139"/>
                    </a:lnTo>
                    <a:lnTo>
                      <a:pt x="32512" y="363473"/>
                    </a:lnTo>
                    <a:lnTo>
                      <a:pt x="17399" y="348360"/>
                    </a:lnTo>
                    <a:cubicBezTo>
                      <a:pt x="16002" y="346963"/>
                      <a:pt x="15113" y="344931"/>
                      <a:pt x="15113" y="343026"/>
                    </a:cubicBezTo>
                    <a:lnTo>
                      <a:pt x="15113" y="237235"/>
                    </a:lnTo>
                    <a:lnTo>
                      <a:pt x="22733" y="237235"/>
                    </a:lnTo>
                    <a:lnTo>
                      <a:pt x="17399" y="242569"/>
                    </a:lnTo>
                    <a:lnTo>
                      <a:pt x="2286" y="227583"/>
                    </a:lnTo>
                    <a:cubicBezTo>
                      <a:pt x="889" y="226186"/>
                      <a:pt x="0" y="224154"/>
                      <a:pt x="0" y="222249"/>
                    </a:cubicBezTo>
                    <a:lnTo>
                      <a:pt x="0" y="71120"/>
                    </a:lnTo>
                    <a:cubicBezTo>
                      <a:pt x="0" y="69088"/>
                      <a:pt x="762" y="67183"/>
                      <a:pt x="2286" y="65786"/>
                    </a:cubicBezTo>
                    <a:lnTo>
                      <a:pt x="32512" y="35560"/>
                    </a:lnTo>
                    <a:lnTo>
                      <a:pt x="37846" y="40894"/>
                    </a:lnTo>
                    <a:lnTo>
                      <a:pt x="30226" y="40894"/>
                    </a:lnTo>
                    <a:lnTo>
                      <a:pt x="30226" y="25781"/>
                    </a:lnTo>
                    <a:cubicBezTo>
                      <a:pt x="30226" y="23749"/>
                      <a:pt x="30988" y="21844"/>
                      <a:pt x="32512" y="20447"/>
                    </a:cubicBezTo>
                    <a:lnTo>
                      <a:pt x="47498" y="5334"/>
                    </a:lnTo>
                    <a:lnTo>
                      <a:pt x="52832" y="0"/>
                    </a:lnTo>
                    <a:lnTo>
                      <a:pt x="63627" y="10795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2" name="Freeform 32"/>
              <p:cNvSpPr/>
              <p:nvPr/>
            </p:nvSpPr>
            <p:spPr>
              <a:xfrm>
                <a:off x="109347" y="76962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165099"/>
                    </a:moveTo>
                    <a:lnTo>
                      <a:pt x="165099" y="0"/>
                    </a:lnTo>
                    <a:moveTo>
                      <a:pt x="0" y="0"/>
                    </a:moveTo>
                    <a:lnTo>
                      <a:pt x="165099" y="165099"/>
                    </a:lnTo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95885" y="63500"/>
                <a:ext cx="192024" cy="192024"/>
              </a:xfrm>
              <a:custGeom>
                <a:avLst/>
                <a:gdLst/>
                <a:ahLst/>
                <a:cxnLst/>
                <a:rect l="l" t="t" r="r" b="b"/>
                <a:pathLst>
                  <a:path w="192024" h="192024">
                    <a:moveTo>
                      <a:pt x="0" y="165099"/>
                    </a:moveTo>
                    <a:lnTo>
                      <a:pt x="165099" y="0"/>
                    </a:lnTo>
                    <a:lnTo>
                      <a:pt x="192023" y="26924"/>
                    </a:lnTo>
                    <a:lnTo>
                      <a:pt x="26924" y="192023"/>
                    </a:lnTo>
                    <a:close/>
                    <a:moveTo>
                      <a:pt x="26924" y="0"/>
                    </a:moveTo>
                    <a:lnTo>
                      <a:pt x="192023" y="165099"/>
                    </a:lnTo>
                    <a:lnTo>
                      <a:pt x="165099" y="192023"/>
                    </a:lnTo>
                    <a:lnTo>
                      <a:pt x="0" y="26924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64135" y="681099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82550"/>
                    </a:moveTo>
                    <a:lnTo>
                      <a:pt x="165099" y="82550"/>
                    </a:lnTo>
                    <a:moveTo>
                      <a:pt x="82550" y="165100"/>
                    </a:moveTo>
                    <a:lnTo>
                      <a:pt x="82550" y="0"/>
                    </a:lnTo>
                  </a:path>
                </a:pathLst>
              </a:custGeom>
              <a:solidFill>
                <a:srgbClr val="00FF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64135" y="719199"/>
                <a:ext cx="165100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65100">
                    <a:moveTo>
                      <a:pt x="0" y="25400"/>
                    </a:moveTo>
                    <a:lnTo>
                      <a:pt x="165099" y="25400"/>
                    </a:lnTo>
                    <a:lnTo>
                      <a:pt x="165099" y="63500"/>
                    </a:lnTo>
                    <a:lnTo>
                      <a:pt x="0" y="63500"/>
                    </a:lnTo>
                    <a:close/>
                    <a:moveTo>
                      <a:pt x="63500" y="165100"/>
                    </a:moveTo>
                    <a:lnTo>
                      <a:pt x="63500" y="0"/>
                    </a:lnTo>
                    <a:lnTo>
                      <a:pt x="101600" y="0"/>
                    </a:lnTo>
                    <a:lnTo>
                      <a:pt x="101600" y="165100"/>
                    </a:lnTo>
                    <a:close/>
                  </a:path>
                </a:pathLst>
              </a:custGeom>
              <a:solidFill>
                <a:srgbClr val="00FF00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12832725" y="1309434"/>
              <a:ext cx="459683" cy="525701"/>
              <a:chOff x="0" y="0"/>
              <a:chExt cx="547827" cy="62650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242445" y="244731"/>
                <a:ext cx="241969" cy="199773"/>
              </a:xfrm>
              <a:custGeom>
                <a:avLst/>
                <a:gdLst/>
                <a:ahLst/>
                <a:cxnLst/>
                <a:rect l="l" t="t" r="r" b="b"/>
                <a:pathLst>
                  <a:path w="241969" h="199773">
                    <a:moveTo>
                      <a:pt x="148972" y="16129"/>
                    </a:moveTo>
                    <a:lnTo>
                      <a:pt x="133859" y="31242"/>
                    </a:lnTo>
                    <a:cubicBezTo>
                      <a:pt x="132462" y="32639"/>
                      <a:pt x="130430" y="33528"/>
                      <a:pt x="128525" y="33528"/>
                    </a:cubicBezTo>
                    <a:lnTo>
                      <a:pt x="113412" y="33528"/>
                    </a:lnTo>
                    <a:lnTo>
                      <a:pt x="113412" y="25908"/>
                    </a:lnTo>
                    <a:lnTo>
                      <a:pt x="118746" y="31242"/>
                    </a:lnTo>
                    <a:lnTo>
                      <a:pt x="73407" y="76582"/>
                    </a:lnTo>
                    <a:cubicBezTo>
                      <a:pt x="72010" y="77979"/>
                      <a:pt x="69978" y="78868"/>
                      <a:pt x="68073" y="78868"/>
                    </a:cubicBezTo>
                    <a:lnTo>
                      <a:pt x="37846" y="78868"/>
                    </a:lnTo>
                    <a:lnTo>
                      <a:pt x="37846" y="71247"/>
                    </a:lnTo>
                    <a:lnTo>
                      <a:pt x="43180" y="76582"/>
                    </a:lnTo>
                    <a:lnTo>
                      <a:pt x="12954" y="106808"/>
                    </a:lnTo>
                    <a:lnTo>
                      <a:pt x="7620" y="101474"/>
                    </a:lnTo>
                    <a:lnTo>
                      <a:pt x="15240" y="101474"/>
                    </a:lnTo>
                    <a:lnTo>
                      <a:pt x="15240" y="146813"/>
                    </a:lnTo>
                    <a:lnTo>
                      <a:pt x="7620" y="146813"/>
                    </a:lnTo>
                    <a:lnTo>
                      <a:pt x="12954" y="141479"/>
                    </a:lnTo>
                    <a:lnTo>
                      <a:pt x="58294" y="186818"/>
                    </a:lnTo>
                    <a:lnTo>
                      <a:pt x="52959" y="192152"/>
                    </a:lnTo>
                    <a:lnTo>
                      <a:pt x="52959" y="184532"/>
                    </a:lnTo>
                    <a:lnTo>
                      <a:pt x="68073" y="184532"/>
                    </a:lnTo>
                    <a:lnTo>
                      <a:pt x="68073" y="192152"/>
                    </a:lnTo>
                    <a:lnTo>
                      <a:pt x="62739" y="186818"/>
                    </a:lnTo>
                    <a:lnTo>
                      <a:pt x="77852" y="171705"/>
                    </a:lnTo>
                    <a:cubicBezTo>
                      <a:pt x="79249" y="170308"/>
                      <a:pt x="81281" y="169419"/>
                      <a:pt x="83186" y="169419"/>
                    </a:cubicBezTo>
                    <a:lnTo>
                      <a:pt x="98299" y="169419"/>
                    </a:lnTo>
                    <a:lnTo>
                      <a:pt x="98299" y="177039"/>
                    </a:lnTo>
                    <a:lnTo>
                      <a:pt x="92965" y="171705"/>
                    </a:lnTo>
                    <a:lnTo>
                      <a:pt x="138304" y="126366"/>
                    </a:lnTo>
                    <a:cubicBezTo>
                      <a:pt x="139701" y="124969"/>
                      <a:pt x="141733" y="124080"/>
                      <a:pt x="143638" y="124080"/>
                    </a:cubicBezTo>
                    <a:lnTo>
                      <a:pt x="158751" y="124080"/>
                    </a:lnTo>
                    <a:lnTo>
                      <a:pt x="158751" y="131700"/>
                    </a:lnTo>
                    <a:lnTo>
                      <a:pt x="153417" y="126366"/>
                    </a:lnTo>
                    <a:lnTo>
                      <a:pt x="168530" y="111253"/>
                    </a:lnTo>
                    <a:cubicBezTo>
                      <a:pt x="169928" y="109856"/>
                      <a:pt x="171960" y="108967"/>
                      <a:pt x="173865" y="108967"/>
                    </a:cubicBezTo>
                    <a:lnTo>
                      <a:pt x="188978" y="108967"/>
                    </a:lnTo>
                    <a:lnTo>
                      <a:pt x="188978" y="116587"/>
                    </a:lnTo>
                    <a:lnTo>
                      <a:pt x="183644" y="111253"/>
                    </a:lnTo>
                    <a:lnTo>
                      <a:pt x="198757" y="96140"/>
                    </a:lnTo>
                    <a:lnTo>
                      <a:pt x="204091" y="101474"/>
                    </a:lnTo>
                    <a:lnTo>
                      <a:pt x="196471" y="101474"/>
                    </a:lnTo>
                    <a:lnTo>
                      <a:pt x="196471" y="86361"/>
                    </a:lnTo>
                    <a:cubicBezTo>
                      <a:pt x="196471" y="84329"/>
                      <a:pt x="197233" y="82424"/>
                      <a:pt x="198757" y="81027"/>
                    </a:cubicBezTo>
                    <a:lnTo>
                      <a:pt x="213870" y="65913"/>
                    </a:lnTo>
                    <a:lnTo>
                      <a:pt x="219204" y="71247"/>
                    </a:lnTo>
                    <a:lnTo>
                      <a:pt x="211584" y="71247"/>
                    </a:lnTo>
                    <a:lnTo>
                      <a:pt x="211584" y="56134"/>
                    </a:lnTo>
                    <a:cubicBezTo>
                      <a:pt x="211584" y="54102"/>
                      <a:pt x="212346" y="52197"/>
                      <a:pt x="213870" y="50800"/>
                    </a:cubicBezTo>
                    <a:lnTo>
                      <a:pt x="228983" y="35687"/>
                    </a:lnTo>
                    <a:lnTo>
                      <a:pt x="234317" y="41021"/>
                    </a:lnTo>
                    <a:lnTo>
                      <a:pt x="228983" y="46355"/>
                    </a:lnTo>
                    <a:lnTo>
                      <a:pt x="213870" y="31242"/>
                    </a:lnTo>
                    <a:lnTo>
                      <a:pt x="219204" y="25908"/>
                    </a:lnTo>
                    <a:lnTo>
                      <a:pt x="219204" y="33528"/>
                    </a:lnTo>
                    <a:lnTo>
                      <a:pt x="173865" y="33528"/>
                    </a:lnTo>
                    <a:cubicBezTo>
                      <a:pt x="171832" y="33528"/>
                      <a:pt x="169927" y="32766"/>
                      <a:pt x="168530" y="31242"/>
                    </a:cubicBezTo>
                    <a:lnTo>
                      <a:pt x="153417" y="16129"/>
                    </a:lnTo>
                    <a:lnTo>
                      <a:pt x="148083" y="10795"/>
                    </a:lnTo>
                    <a:lnTo>
                      <a:pt x="158878" y="0"/>
                    </a:lnTo>
                    <a:lnTo>
                      <a:pt x="164212" y="5334"/>
                    </a:lnTo>
                    <a:lnTo>
                      <a:pt x="179326" y="20447"/>
                    </a:lnTo>
                    <a:lnTo>
                      <a:pt x="173991" y="25781"/>
                    </a:lnTo>
                    <a:lnTo>
                      <a:pt x="173991" y="18161"/>
                    </a:lnTo>
                    <a:lnTo>
                      <a:pt x="219331" y="18161"/>
                    </a:lnTo>
                    <a:cubicBezTo>
                      <a:pt x="221363" y="18161"/>
                      <a:pt x="223268" y="18923"/>
                      <a:pt x="224665" y="20447"/>
                    </a:cubicBezTo>
                    <a:lnTo>
                      <a:pt x="239778" y="35560"/>
                    </a:lnTo>
                    <a:cubicBezTo>
                      <a:pt x="242699" y="38481"/>
                      <a:pt x="242699" y="43307"/>
                      <a:pt x="239778" y="46355"/>
                    </a:cubicBezTo>
                    <a:lnTo>
                      <a:pt x="224665" y="61468"/>
                    </a:lnTo>
                    <a:lnTo>
                      <a:pt x="219331" y="56134"/>
                    </a:lnTo>
                    <a:lnTo>
                      <a:pt x="226951" y="56134"/>
                    </a:lnTo>
                    <a:lnTo>
                      <a:pt x="226951" y="71247"/>
                    </a:lnTo>
                    <a:cubicBezTo>
                      <a:pt x="226951" y="73280"/>
                      <a:pt x="226189" y="75185"/>
                      <a:pt x="224665" y="76582"/>
                    </a:cubicBezTo>
                    <a:lnTo>
                      <a:pt x="209552" y="91695"/>
                    </a:lnTo>
                    <a:lnTo>
                      <a:pt x="204218" y="86361"/>
                    </a:lnTo>
                    <a:lnTo>
                      <a:pt x="211838" y="86361"/>
                    </a:lnTo>
                    <a:lnTo>
                      <a:pt x="211838" y="101474"/>
                    </a:lnTo>
                    <a:cubicBezTo>
                      <a:pt x="211838" y="103506"/>
                      <a:pt x="211076" y="105411"/>
                      <a:pt x="209552" y="106808"/>
                    </a:cubicBezTo>
                    <a:lnTo>
                      <a:pt x="194439" y="121921"/>
                    </a:lnTo>
                    <a:cubicBezTo>
                      <a:pt x="193042" y="123318"/>
                      <a:pt x="191010" y="124207"/>
                      <a:pt x="189105" y="124207"/>
                    </a:cubicBezTo>
                    <a:lnTo>
                      <a:pt x="173865" y="124207"/>
                    </a:lnTo>
                    <a:lnTo>
                      <a:pt x="173865" y="116587"/>
                    </a:lnTo>
                    <a:lnTo>
                      <a:pt x="179198" y="121921"/>
                    </a:lnTo>
                    <a:lnTo>
                      <a:pt x="164085" y="137034"/>
                    </a:lnTo>
                    <a:cubicBezTo>
                      <a:pt x="162688" y="138431"/>
                      <a:pt x="160656" y="139320"/>
                      <a:pt x="158751" y="139320"/>
                    </a:cubicBezTo>
                    <a:lnTo>
                      <a:pt x="143638" y="139320"/>
                    </a:lnTo>
                    <a:lnTo>
                      <a:pt x="143638" y="131700"/>
                    </a:lnTo>
                    <a:lnTo>
                      <a:pt x="148972" y="137034"/>
                    </a:lnTo>
                    <a:lnTo>
                      <a:pt x="103633" y="182373"/>
                    </a:lnTo>
                    <a:cubicBezTo>
                      <a:pt x="102236" y="183770"/>
                      <a:pt x="100204" y="184659"/>
                      <a:pt x="98299" y="184659"/>
                    </a:cubicBezTo>
                    <a:lnTo>
                      <a:pt x="83186" y="184659"/>
                    </a:lnTo>
                    <a:lnTo>
                      <a:pt x="83186" y="177039"/>
                    </a:lnTo>
                    <a:lnTo>
                      <a:pt x="88520" y="182373"/>
                    </a:lnTo>
                    <a:lnTo>
                      <a:pt x="73407" y="197486"/>
                    </a:lnTo>
                    <a:cubicBezTo>
                      <a:pt x="72010" y="198883"/>
                      <a:pt x="69978" y="199772"/>
                      <a:pt x="68073" y="199772"/>
                    </a:cubicBezTo>
                    <a:lnTo>
                      <a:pt x="52959" y="199772"/>
                    </a:lnTo>
                    <a:cubicBezTo>
                      <a:pt x="50927" y="199772"/>
                      <a:pt x="49022" y="199011"/>
                      <a:pt x="47625" y="197486"/>
                    </a:cubicBezTo>
                    <a:lnTo>
                      <a:pt x="2286" y="152147"/>
                    </a:lnTo>
                    <a:cubicBezTo>
                      <a:pt x="889" y="150750"/>
                      <a:pt x="0" y="148718"/>
                      <a:pt x="0" y="146813"/>
                    </a:cubicBezTo>
                    <a:lnTo>
                      <a:pt x="0" y="101474"/>
                    </a:lnTo>
                    <a:cubicBezTo>
                      <a:pt x="0" y="99442"/>
                      <a:pt x="762" y="97537"/>
                      <a:pt x="2286" y="96140"/>
                    </a:cubicBezTo>
                    <a:lnTo>
                      <a:pt x="32512" y="65913"/>
                    </a:lnTo>
                    <a:cubicBezTo>
                      <a:pt x="33909" y="64516"/>
                      <a:pt x="35941" y="63627"/>
                      <a:pt x="37846" y="63627"/>
                    </a:cubicBezTo>
                    <a:lnTo>
                      <a:pt x="68073" y="63627"/>
                    </a:lnTo>
                    <a:lnTo>
                      <a:pt x="68073" y="71247"/>
                    </a:lnTo>
                    <a:lnTo>
                      <a:pt x="62739" y="65913"/>
                    </a:lnTo>
                    <a:lnTo>
                      <a:pt x="108078" y="20574"/>
                    </a:lnTo>
                    <a:cubicBezTo>
                      <a:pt x="109475" y="19177"/>
                      <a:pt x="111507" y="18288"/>
                      <a:pt x="113412" y="18288"/>
                    </a:cubicBezTo>
                    <a:lnTo>
                      <a:pt x="128525" y="18288"/>
                    </a:lnTo>
                    <a:lnTo>
                      <a:pt x="128525" y="25908"/>
                    </a:lnTo>
                    <a:lnTo>
                      <a:pt x="123191" y="20574"/>
                    </a:lnTo>
                    <a:lnTo>
                      <a:pt x="138304" y="5461"/>
                    </a:lnTo>
                    <a:lnTo>
                      <a:pt x="143638" y="127"/>
                    </a:lnTo>
                    <a:lnTo>
                      <a:pt x="154433" y="10922"/>
                    </a:ln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348237" y="63627"/>
                <a:ext cx="136050" cy="154433"/>
              </a:xfrm>
              <a:custGeom>
                <a:avLst/>
                <a:gdLst/>
                <a:ahLst/>
                <a:cxnLst/>
                <a:rect l="l" t="t" r="r" b="b"/>
                <a:pathLst>
                  <a:path w="136050" h="154433">
                    <a:moveTo>
                      <a:pt x="28067" y="16003"/>
                    </a:moveTo>
                    <a:lnTo>
                      <a:pt x="13081" y="31116"/>
                    </a:lnTo>
                    <a:lnTo>
                      <a:pt x="7747" y="25782"/>
                    </a:lnTo>
                    <a:lnTo>
                      <a:pt x="13081" y="20448"/>
                    </a:lnTo>
                    <a:lnTo>
                      <a:pt x="28067" y="35434"/>
                    </a:lnTo>
                    <a:cubicBezTo>
                      <a:pt x="29464" y="36831"/>
                      <a:pt x="30353" y="38863"/>
                      <a:pt x="30353" y="40768"/>
                    </a:cubicBezTo>
                    <a:lnTo>
                      <a:pt x="30353" y="86107"/>
                    </a:lnTo>
                    <a:lnTo>
                      <a:pt x="22733" y="86107"/>
                    </a:lnTo>
                    <a:lnTo>
                      <a:pt x="28067" y="80773"/>
                    </a:lnTo>
                    <a:lnTo>
                      <a:pt x="43180" y="95886"/>
                    </a:lnTo>
                    <a:cubicBezTo>
                      <a:pt x="44577" y="97283"/>
                      <a:pt x="45466" y="99315"/>
                      <a:pt x="45466" y="101220"/>
                    </a:cubicBezTo>
                    <a:lnTo>
                      <a:pt x="45466" y="116333"/>
                    </a:lnTo>
                    <a:lnTo>
                      <a:pt x="37846" y="116333"/>
                    </a:lnTo>
                    <a:lnTo>
                      <a:pt x="43180" y="110999"/>
                    </a:lnTo>
                    <a:lnTo>
                      <a:pt x="58293" y="126112"/>
                    </a:lnTo>
                    <a:cubicBezTo>
                      <a:pt x="59690" y="127510"/>
                      <a:pt x="60579" y="129542"/>
                      <a:pt x="60579" y="131447"/>
                    </a:cubicBezTo>
                    <a:lnTo>
                      <a:pt x="60579" y="146560"/>
                    </a:lnTo>
                    <a:lnTo>
                      <a:pt x="52959" y="146560"/>
                    </a:lnTo>
                    <a:lnTo>
                      <a:pt x="52959" y="138940"/>
                    </a:lnTo>
                    <a:lnTo>
                      <a:pt x="113412" y="138940"/>
                    </a:lnTo>
                    <a:lnTo>
                      <a:pt x="113412" y="146560"/>
                    </a:lnTo>
                    <a:lnTo>
                      <a:pt x="105792" y="146560"/>
                    </a:lnTo>
                    <a:lnTo>
                      <a:pt x="105792" y="131447"/>
                    </a:lnTo>
                    <a:cubicBezTo>
                      <a:pt x="105792" y="129415"/>
                      <a:pt x="106554" y="127509"/>
                      <a:pt x="108078" y="126112"/>
                    </a:cubicBezTo>
                    <a:lnTo>
                      <a:pt x="123191" y="110999"/>
                    </a:lnTo>
                    <a:lnTo>
                      <a:pt x="128525" y="116333"/>
                    </a:lnTo>
                    <a:lnTo>
                      <a:pt x="123191" y="121667"/>
                    </a:lnTo>
                    <a:lnTo>
                      <a:pt x="108078" y="106554"/>
                    </a:lnTo>
                    <a:cubicBezTo>
                      <a:pt x="106681" y="105157"/>
                      <a:pt x="105792" y="103125"/>
                      <a:pt x="105792" y="101220"/>
                    </a:cubicBezTo>
                    <a:lnTo>
                      <a:pt x="105792" y="71121"/>
                    </a:lnTo>
                    <a:lnTo>
                      <a:pt x="113412" y="71121"/>
                    </a:lnTo>
                    <a:lnTo>
                      <a:pt x="108078" y="76455"/>
                    </a:lnTo>
                    <a:lnTo>
                      <a:pt x="92965" y="61342"/>
                    </a:lnTo>
                    <a:cubicBezTo>
                      <a:pt x="91568" y="59945"/>
                      <a:pt x="90679" y="57913"/>
                      <a:pt x="90679" y="56008"/>
                    </a:cubicBezTo>
                    <a:lnTo>
                      <a:pt x="90679" y="40895"/>
                    </a:lnTo>
                    <a:lnTo>
                      <a:pt x="98299" y="40895"/>
                    </a:lnTo>
                    <a:lnTo>
                      <a:pt x="92965" y="46229"/>
                    </a:lnTo>
                    <a:lnTo>
                      <a:pt x="77852" y="31116"/>
                    </a:lnTo>
                    <a:cubicBezTo>
                      <a:pt x="76455" y="29719"/>
                      <a:pt x="75566" y="27687"/>
                      <a:pt x="75566" y="25782"/>
                    </a:cubicBezTo>
                    <a:lnTo>
                      <a:pt x="75566" y="10669"/>
                    </a:lnTo>
                    <a:lnTo>
                      <a:pt x="75566" y="3049"/>
                    </a:lnTo>
                    <a:lnTo>
                      <a:pt x="90806" y="3049"/>
                    </a:lnTo>
                    <a:lnTo>
                      <a:pt x="90806" y="10669"/>
                    </a:lnTo>
                    <a:lnTo>
                      <a:pt x="90806" y="25782"/>
                    </a:lnTo>
                    <a:lnTo>
                      <a:pt x="83186" y="25782"/>
                    </a:lnTo>
                    <a:lnTo>
                      <a:pt x="88520" y="20448"/>
                    </a:lnTo>
                    <a:lnTo>
                      <a:pt x="103633" y="35434"/>
                    </a:lnTo>
                    <a:cubicBezTo>
                      <a:pt x="105030" y="36831"/>
                      <a:pt x="105919" y="38863"/>
                      <a:pt x="105919" y="40768"/>
                    </a:cubicBezTo>
                    <a:lnTo>
                      <a:pt x="105919" y="56008"/>
                    </a:lnTo>
                    <a:lnTo>
                      <a:pt x="98299" y="56008"/>
                    </a:lnTo>
                    <a:lnTo>
                      <a:pt x="103633" y="50674"/>
                    </a:lnTo>
                    <a:lnTo>
                      <a:pt x="118746" y="65787"/>
                    </a:lnTo>
                    <a:cubicBezTo>
                      <a:pt x="120143" y="67184"/>
                      <a:pt x="121032" y="69216"/>
                      <a:pt x="121032" y="71121"/>
                    </a:cubicBezTo>
                    <a:lnTo>
                      <a:pt x="121032" y="101347"/>
                    </a:lnTo>
                    <a:lnTo>
                      <a:pt x="113412" y="101347"/>
                    </a:lnTo>
                    <a:lnTo>
                      <a:pt x="118746" y="96013"/>
                    </a:lnTo>
                    <a:lnTo>
                      <a:pt x="133859" y="111126"/>
                    </a:lnTo>
                    <a:cubicBezTo>
                      <a:pt x="136780" y="114047"/>
                      <a:pt x="136780" y="118873"/>
                      <a:pt x="133859" y="121921"/>
                    </a:cubicBezTo>
                    <a:lnTo>
                      <a:pt x="118746" y="137035"/>
                    </a:lnTo>
                    <a:lnTo>
                      <a:pt x="113412" y="131701"/>
                    </a:lnTo>
                    <a:lnTo>
                      <a:pt x="121032" y="131701"/>
                    </a:lnTo>
                    <a:lnTo>
                      <a:pt x="121032" y="146814"/>
                    </a:lnTo>
                    <a:cubicBezTo>
                      <a:pt x="121032" y="151005"/>
                      <a:pt x="117603" y="154434"/>
                      <a:pt x="113412" y="154434"/>
                    </a:cubicBezTo>
                    <a:lnTo>
                      <a:pt x="52959" y="154434"/>
                    </a:lnTo>
                    <a:cubicBezTo>
                      <a:pt x="48768" y="154434"/>
                      <a:pt x="45339" y="151005"/>
                      <a:pt x="45339" y="146814"/>
                    </a:cubicBezTo>
                    <a:lnTo>
                      <a:pt x="45339" y="131447"/>
                    </a:lnTo>
                    <a:lnTo>
                      <a:pt x="52959" y="131447"/>
                    </a:lnTo>
                    <a:lnTo>
                      <a:pt x="47625" y="136781"/>
                    </a:lnTo>
                    <a:lnTo>
                      <a:pt x="32512" y="121667"/>
                    </a:lnTo>
                    <a:cubicBezTo>
                      <a:pt x="31115" y="120270"/>
                      <a:pt x="30226" y="118238"/>
                      <a:pt x="30226" y="116333"/>
                    </a:cubicBezTo>
                    <a:lnTo>
                      <a:pt x="30226" y="101220"/>
                    </a:lnTo>
                    <a:lnTo>
                      <a:pt x="37846" y="101220"/>
                    </a:lnTo>
                    <a:lnTo>
                      <a:pt x="32512" y="106554"/>
                    </a:lnTo>
                    <a:lnTo>
                      <a:pt x="17399" y="91441"/>
                    </a:lnTo>
                    <a:cubicBezTo>
                      <a:pt x="16002" y="90044"/>
                      <a:pt x="15113" y="88012"/>
                      <a:pt x="15113" y="86107"/>
                    </a:cubicBezTo>
                    <a:lnTo>
                      <a:pt x="15113" y="40895"/>
                    </a:lnTo>
                    <a:lnTo>
                      <a:pt x="22733" y="40895"/>
                    </a:lnTo>
                    <a:lnTo>
                      <a:pt x="17399" y="46229"/>
                    </a:lnTo>
                    <a:lnTo>
                      <a:pt x="2286" y="31116"/>
                    </a:lnTo>
                    <a:cubicBezTo>
                      <a:pt x="889" y="29719"/>
                      <a:pt x="0" y="27687"/>
                      <a:pt x="0" y="25782"/>
                    </a:cubicBezTo>
                    <a:cubicBezTo>
                      <a:pt x="0" y="23877"/>
                      <a:pt x="762" y="21845"/>
                      <a:pt x="2286" y="20448"/>
                    </a:cubicBezTo>
                    <a:lnTo>
                      <a:pt x="17399" y="5335"/>
                    </a:lnTo>
                    <a:lnTo>
                      <a:pt x="22733" y="0"/>
                    </a:lnTo>
                    <a:lnTo>
                      <a:pt x="33528" y="10796"/>
                    </a:ln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242445" y="244731"/>
                <a:ext cx="241969" cy="199773"/>
              </a:xfrm>
              <a:custGeom>
                <a:avLst/>
                <a:gdLst/>
                <a:ahLst/>
                <a:cxnLst/>
                <a:rect l="l" t="t" r="r" b="b"/>
                <a:pathLst>
                  <a:path w="241969" h="199773">
                    <a:moveTo>
                      <a:pt x="148972" y="16129"/>
                    </a:moveTo>
                    <a:lnTo>
                      <a:pt x="133859" y="31242"/>
                    </a:lnTo>
                    <a:cubicBezTo>
                      <a:pt x="132462" y="32639"/>
                      <a:pt x="130430" y="33528"/>
                      <a:pt x="128525" y="33528"/>
                    </a:cubicBezTo>
                    <a:lnTo>
                      <a:pt x="113412" y="33528"/>
                    </a:lnTo>
                    <a:lnTo>
                      <a:pt x="113412" y="25908"/>
                    </a:lnTo>
                    <a:lnTo>
                      <a:pt x="118746" y="31242"/>
                    </a:lnTo>
                    <a:lnTo>
                      <a:pt x="73407" y="76582"/>
                    </a:lnTo>
                    <a:cubicBezTo>
                      <a:pt x="72010" y="77979"/>
                      <a:pt x="69978" y="78868"/>
                      <a:pt x="68073" y="78868"/>
                    </a:cubicBezTo>
                    <a:lnTo>
                      <a:pt x="37846" y="78868"/>
                    </a:lnTo>
                    <a:lnTo>
                      <a:pt x="37846" y="71247"/>
                    </a:lnTo>
                    <a:lnTo>
                      <a:pt x="43180" y="76582"/>
                    </a:lnTo>
                    <a:lnTo>
                      <a:pt x="12954" y="106808"/>
                    </a:lnTo>
                    <a:lnTo>
                      <a:pt x="7620" y="101474"/>
                    </a:lnTo>
                    <a:lnTo>
                      <a:pt x="15240" y="101474"/>
                    </a:lnTo>
                    <a:lnTo>
                      <a:pt x="15240" y="146813"/>
                    </a:lnTo>
                    <a:lnTo>
                      <a:pt x="7620" y="146813"/>
                    </a:lnTo>
                    <a:lnTo>
                      <a:pt x="12954" y="141479"/>
                    </a:lnTo>
                    <a:lnTo>
                      <a:pt x="58294" y="186818"/>
                    </a:lnTo>
                    <a:lnTo>
                      <a:pt x="52959" y="192152"/>
                    </a:lnTo>
                    <a:lnTo>
                      <a:pt x="52959" y="184532"/>
                    </a:lnTo>
                    <a:lnTo>
                      <a:pt x="68073" y="184532"/>
                    </a:lnTo>
                    <a:lnTo>
                      <a:pt x="68073" y="192152"/>
                    </a:lnTo>
                    <a:lnTo>
                      <a:pt x="62739" y="186818"/>
                    </a:lnTo>
                    <a:lnTo>
                      <a:pt x="77852" y="171705"/>
                    </a:lnTo>
                    <a:cubicBezTo>
                      <a:pt x="79249" y="170308"/>
                      <a:pt x="81281" y="169419"/>
                      <a:pt x="83186" y="169419"/>
                    </a:cubicBezTo>
                    <a:lnTo>
                      <a:pt x="98299" y="169419"/>
                    </a:lnTo>
                    <a:lnTo>
                      <a:pt x="98299" y="177039"/>
                    </a:lnTo>
                    <a:lnTo>
                      <a:pt x="92965" y="171705"/>
                    </a:lnTo>
                    <a:lnTo>
                      <a:pt x="138304" y="126366"/>
                    </a:lnTo>
                    <a:cubicBezTo>
                      <a:pt x="139701" y="124969"/>
                      <a:pt x="141733" y="124080"/>
                      <a:pt x="143638" y="124080"/>
                    </a:cubicBezTo>
                    <a:lnTo>
                      <a:pt x="158751" y="124080"/>
                    </a:lnTo>
                    <a:lnTo>
                      <a:pt x="158751" y="131700"/>
                    </a:lnTo>
                    <a:lnTo>
                      <a:pt x="153417" y="126366"/>
                    </a:lnTo>
                    <a:lnTo>
                      <a:pt x="168530" y="111253"/>
                    </a:lnTo>
                    <a:cubicBezTo>
                      <a:pt x="169928" y="109856"/>
                      <a:pt x="171960" y="108967"/>
                      <a:pt x="173865" y="108967"/>
                    </a:cubicBezTo>
                    <a:lnTo>
                      <a:pt x="188978" y="108967"/>
                    </a:lnTo>
                    <a:lnTo>
                      <a:pt x="188978" y="116587"/>
                    </a:lnTo>
                    <a:lnTo>
                      <a:pt x="183644" y="111253"/>
                    </a:lnTo>
                    <a:lnTo>
                      <a:pt x="198757" y="96140"/>
                    </a:lnTo>
                    <a:lnTo>
                      <a:pt x="204091" y="101474"/>
                    </a:lnTo>
                    <a:lnTo>
                      <a:pt x="196471" y="101474"/>
                    </a:lnTo>
                    <a:lnTo>
                      <a:pt x="196471" y="86361"/>
                    </a:lnTo>
                    <a:cubicBezTo>
                      <a:pt x="196471" y="84329"/>
                      <a:pt x="197233" y="82424"/>
                      <a:pt x="198757" y="81027"/>
                    </a:cubicBezTo>
                    <a:lnTo>
                      <a:pt x="213870" y="65913"/>
                    </a:lnTo>
                    <a:lnTo>
                      <a:pt x="219204" y="71247"/>
                    </a:lnTo>
                    <a:lnTo>
                      <a:pt x="211584" y="71247"/>
                    </a:lnTo>
                    <a:lnTo>
                      <a:pt x="211584" y="56134"/>
                    </a:lnTo>
                    <a:cubicBezTo>
                      <a:pt x="211584" y="54102"/>
                      <a:pt x="212346" y="52197"/>
                      <a:pt x="213870" y="50800"/>
                    </a:cubicBezTo>
                    <a:lnTo>
                      <a:pt x="228983" y="35687"/>
                    </a:lnTo>
                    <a:lnTo>
                      <a:pt x="234317" y="41021"/>
                    </a:lnTo>
                    <a:lnTo>
                      <a:pt x="228983" y="46355"/>
                    </a:lnTo>
                    <a:lnTo>
                      <a:pt x="213870" y="31242"/>
                    </a:lnTo>
                    <a:lnTo>
                      <a:pt x="219204" y="25908"/>
                    </a:lnTo>
                    <a:lnTo>
                      <a:pt x="219204" y="33528"/>
                    </a:lnTo>
                    <a:lnTo>
                      <a:pt x="173865" y="33528"/>
                    </a:lnTo>
                    <a:cubicBezTo>
                      <a:pt x="171832" y="33528"/>
                      <a:pt x="169927" y="32766"/>
                      <a:pt x="168530" y="31242"/>
                    </a:cubicBezTo>
                    <a:lnTo>
                      <a:pt x="153417" y="16129"/>
                    </a:lnTo>
                    <a:lnTo>
                      <a:pt x="148083" y="10795"/>
                    </a:lnTo>
                    <a:lnTo>
                      <a:pt x="158878" y="0"/>
                    </a:lnTo>
                    <a:lnTo>
                      <a:pt x="164212" y="5334"/>
                    </a:lnTo>
                    <a:lnTo>
                      <a:pt x="179326" y="20447"/>
                    </a:lnTo>
                    <a:lnTo>
                      <a:pt x="173991" y="25781"/>
                    </a:lnTo>
                    <a:lnTo>
                      <a:pt x="173991" y="18161"/>
                    </a:lnTo>
                    <a:lnTo>
                      <a:pt x="219331" y="18161"/>
                    </a:lnTo>
                    <a:cubicBezTo>
                      <a:pt x="221363" y="18161"/>
                      <a:pt x="223268" y="18923"/>
                      <a:pt x="224665" y="20447"/>
                    </a:cubicBezTo>
                    <a:lnTo>
                      <a:pt x="239778" y="35560"/>
                    </a:lnTo>
                    <a:cubicBezTo>
                      <a:pt x="242699" y="38481"/>
                      <a:pt x="242699" y="43307"/>
                      <a:pt x="239778" y="46355"/>
                    </a:cubicBezTo>
                    <a:lnTo>
                      <a:pt x="224665" y="61468"/>
                    </a:lnTo>
                    <a:lnTo>
                      <a:pt x="219331" y="56134"/>
                    </a:lnTo>
                    <a:lnTo>
                      <a:pt x="226951" y="56134"/>
                    </a:lnTo>
                    <a:lnTo>
                      <a:pt x="226951" y="71247"/>
                    </a:lnTo>
                    <a:cubicBezTo>
                      <a:pt x="226951" y="73280"/>
                      <a:pt x="226189" y="75185"/>
                      <a:pt x="224665" y="76582"/>
                    </a:cubicBezTo>
                    <a:lnTo>
                      <a:pt x="209552" y="91695"/>
                    </a:lnTo>
                    <a:lnTo>
                      <a:pt x="204218" y="86361"/>
                    </a:lnTo>
                    <a:lnTo>
                      <a:pt x="211838" y="86361"/>
                    </a:lnTo>
                    <a:lnTo>
                      <a:pt x="211838" y="101474"/>
                    </a:lnTo>
                    <a:cubicBezTo>
                      <a:pt x="211838" y="103506"/>
                      <a:pt x="211076" y="105411"/>
                      <a:pt x="209552" y="106808"/>
                    </a:cubicBezTo>
                    <a:lnTo>
                      <a:pt x="194439" y="121921"/>
                    </a:lnTo>
                    <a:cubicBezTo>
                      <a:pt x="193042" y="123318"/>
                      <a:pt x="191010" y="124207"/>
                      <a:pt x="189105" y="124207"/>
                    </a:cubicBezTo>
                    <a:lnTo>
                      <a:pt x="173865" y="124207"/>
                    </a:lnTo>
                    <a:lnTo>
                      <a:pt x="173865" y="116587"/>
                    </a:lnTo>
                    <a:lnTo>
                      <a:pt x="179198" y="121921"/>
                    </a:lnTo>
                    <a:lnTo>
                      <a:pt x="164085" y="137034"/>
                    </a:lnTo>
                    <a:cubicBezTo>
                      <a:pt x="162688" y="138431"/>
                      <a:pt x="160656" y="139320"/>
                      <a:pt x="158751" y="139320"/>
                    </a:cubicBezTo>
                    <a:lnTo>
                      <a:pt x="143638" y="139320"/>
                    </a:lnTo>
                    <a:lnTo>
                      <a:pt x="143638" y="131700"/>
                    </a:lnTo>
                    <a:lnTo>
                      <a:pt x="148972" y="137034"/>
                    </a:lnTo>
                    <a:lnTo>
                      <a:pt x="103633" y="182373"/>
                    </a:lnTo>
                    <a:cubicBezTo>
                      <a:pt x="102236" y="183770"/>
                      <a:pt x="100204" y="184659"/>
                      <a:pt x="98299" y="184659"/>
                    </a:cubicBezTo>
                    <a:lnTo>
                      <a:pt x="83186" y="184659"/>
                    </a:lnTo>
                    <a:lnTo>
                      <a:pt x="83186" y="177039"/>
                    </a:lnTo>
                    <a:lnTo>
                      <a:pt x="88520" y="182373"/>
                    </a:lnTo>
                    <a:lnTo>
                      <a:pt x="73407" y="197486"/>
                    </a:lnTo>
                    <a:cubicBezTo>
                      <a:pt x="72010" y="198883"/>
                      <a:pt x="69978" y="199772"/>
                      <a:pt x="68073" y="199772"/>
                    </a:cubicBezTo>
                    <a:lnTo>
                      <a:pt x="52959" y="199772"/>
                    </a:lnTo>
                    <a:cubicBezTo>
                      <a:pt x="50927" y="199772"/>
                      <a:pt x="49022" y="199011"/>
                      <a:pt x="47625" y="197486"/>
                    </a:cubicBezTo>
                    <a:lnTo>
                      <a:pt x="2286" y="152147"/>
                    </a:lnTo>
                    <a:cubicBezTo>
                      <a:pt x="889" y="150750"/>
                      <a:pt x="0" y="148718"/>
                      <a:pt x="0" y="146813"/>
                    </a:cubicBezTo>
                    <a:lnTo>
                      <a:pt x="0" y="101474"/>
                    </a:lnTo>
                    <a:cubicBezTo>
                      <a:pt x="0" y="99442"/>
                      <a:pt x="762" y="97537"/>
                      <a:pt x="2286" y="96140"/>
                    </a:cubicBezTo>
                    <a:lnTo>
                      <a:pt x="32512" y="65913"/>
                    </a:lnTo>
                    <a:cubicBezTo>
                      <a:pt x="33909" y="64516"/>
                      <a:pt x="35941" y="63627"/>
                      <a:pt x="37846" y="63627"/>
                    </a:cubicBezTo>
                    <a:lnTo>
                      <a:pt x="68073" y="63627"/>
                    </a:lnTo>
                    <a:lnTo>
                      <a:pt x="68073" y="71247"/>
                    </a:lnTo>
                    <a:lnTo>
                      <a:pt x="62739" y="65913"/>
                    </a:lnTo>
                    <a:lnTo>
                      <a:pt x="108078" y="20574"/>
                    </a:lnTo>
                    <a:cubicBezTo>
                      <a:pt x="109475" y="19177"/>
                      <a:pt x="111507" y="18288"/>
                      <a:pt x="113412" y="18288"/>
                    </a:cubicBezTo>
                    <a:lnTo>
                      <a:pt x="128525" y="18288"/>
                    </a:lnTo>
                    <a:lnTo>
                      <a:pt x="128525" y="25908"/>
                    </a:lnTo>
                    <a:lnTo>
                      <a:pt x="123191" y="20574"/>
                    </a:lnTo>
                    <a:lnTo>
                      <a:pt x="138304" y="5461"/>
                    </a:lnTo>
                    <a:lnTo>
                      <a:pt x="143638" y="127"/>
                    </a:lnTo>
                    <a:lnTo>
                      <a:pt x="154433" y="10922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76963" y="384432"/>
                <a:ext cx="165101" cy="165101"/>
              </a:xfrm>
              <a:custGeom>
                <a:avLst/>
                <a:gdLst/>
                <a:ahLst/>
                <a:cxnLst/>
                <a:rect l="l" t="t" r="r" b="b"/>
                <a:pathLst>
                  <a:path w="165101" h="165101">
                    <a:moveTo>
                      <a:pt x="0" y="165101"/>
                    </a:moveTo>
                    <a:lnTo>
                      <a:pt x="165101" y="0"/>
                    </a:lnTo>
                    <a:moveTo>
                      <a:pt x="0" y="0"/>
                    </a:moveTo>
                    <a:lnTo>
                      <a:pt x="165101" y="165101"/>
                    </a:lnTo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63501" y="370970"/>
                <a:ext cx="218950" cy="192026"/>
              </a:xfrm>
              <a:custGeom>
                <a:avLst/>
                <a:gdLst/>
                <a:ahLst/>
                <a:cxnLst/>
                <a:rect l="l" t="t" r="r" b="b"/>
                <a:pathLst>
                  <a:path w="218950" h="192026">
                    <a:moveTo>
                      <a:pt x="0" y="165101"/>
                    </a:moveTo>
                    <a:lnTo>
                      <a:pt x="165101" y="0"/>
                    </a:lnTo>
                    <a:lnTo>
                      <a:pt x="192025" y="26924"/>
                    </a:lnTo>
                    <a:lnTo>
                      <a:pt x="26924" y="192025"/>
                    </a:lnTo>
                    <a:close/>
                    <a:moveTo>
                      <a:pt x="53848" y="26924"/>
                    </a:moveTo>
                    <a:lnTo>
                      <a:pt x="218949" y="192025"/>
                    </a:lnTo>
                    <a:lnTo>
                      <a:pt x="165101" y="192025"/>
                    </a:lnTo>
                    <a:lnTo>
                      <a:pt x="0" y="26924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2" name="Freeform 42"/>
              <p:cNvSpPr/>
              <p:nvPr/>
            </p:nvSpPr>
            <p:spPr>
              <a:xfrm>
                <a:off x="258193" y="248541"/>
                <a:ext cx="165101" cy="165101"/>
              </a:xfrm>
              <a:custGeom>
                <a:avLst/>
                <a:gdLst/>
                <a:ahLst/>
                <a:cxnLst/>
                <a:rect l="l" t="t" r="r" b="b"/>
                <a:pathLst>
                  <a:path w="165101" h="165101">
                    <a:moveTo>
                      <a:pt x="0" y="82551"/>
                    </a:moveTo>
                    <a:lnTo>
                      <a:pt x="165102" y="82551"/>
                    </a:lnTo>
                    <a:moveTo>
                      <a:pt x="82551" y="165101"/>
                    </a:moveTo>
                    <a:lnTo>
                      <a:pt x="82551" y="0"/>
                    </a:lnTo>
                  </a:path>
                </a:pathLst>
              </a:custGeom>
              <a:solidFill>
                <a:srgbClr val="00FF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43" name="Freeform 43"/>
              <p:cNvSpPr/>
              <p:nvPr/>
            </p:nvSpPr>
            <p:spPr>
              <a:xfrm>
                <a:off x="258193" y="286641"/>
                <a:ext cx="165101" cy="165101"/>
              </a:xfrm>
              <a:custGeom>
                <a:avLst/>
                <a:gdLst/>
                <a:ahLst/>
                <a:cxnLst/>
                <a:rect l="l" t="t" r="r" b="b"/>
                <a:pathLst>
                  <a:path w="165101" h="165101">
                    <a:moveTo>
                      <a:pt x="0" y="25400"/>
                    </a:moveTo>
                    <a:lnTo>
                      <a:pt x="165102" y="25400"/>
                    </a:lnTo>
                    <a:lnTo>
                      <a:pt x="165102" y="63501"/>
                    </a:lnTo>
                    <a:lnTo>
                      <a:pt x="0" y="63501"/>
                    </a:lnTo>
                    <a:close/>
                    <a:moveTo>
                      <a:pt x="63501" y="165102"/>
                    </a:moveTo>
                    <a:lnTo>
                      <a:pt x="63501" y="0"/>
                    </a:lnTo>
                    <a:lnTo>
                      <a:pt x="101601" y="0"/>
                    </a:lnTo>
                    <a:lnTo>
                      <a:pt x="101601" y="165102"/>
                    </a:lnTo>
                    <a:close/>
                  </a:path>
                </a:pathLst>
              </a:custGeom>
              <a:solidFill>
                <a:srgbClr val="00FF00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0" y="161401"/>
              <a:ext cx="2838950" cy="2838950"/>
              <a:chOff x="0" y="0"/>
              <a:chExt cx="4511040" cy="451104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0" y="0"/>
                <a:ext cx="4511040" cy="4511040"/>
              </a:xfrm>
              <a:custGeom>
                <a:avLst/>
                <a:gdLst/>
                <a:ahLst/>
                <a:cxnLst/>
                <a:rect l="l" t="t" r="r" b="b"/>
                <a:pathLst>
                  <a:path w="4511040" h="4511040">
                    <a:moveTo>
                      <a:pt x="0" y="0"/>
                    </a:moveTo>
                    <a:lnTo>
                      <a:pt x="4511040" y="0"/>
                    </a:lnTo>
                    <a:lnTo>
                      <a:pt x="4511040" y="4511040"/>
                    </a:lnTo>
                    <a:lnTo>
                      <a:pt x="0" y="45110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3049953" y="161401"/>
              <a:ext cx="2838950" cy="2838950"/>
              <a:chOff x="0" y="0"/>
              <a:chExt cx="4511040" cy="451104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0" y="0"/>
                <a:ext cx="4511040" cy="4511040"/>
              </a:xfrm>
              <a:custGeom>
                <a:avLst/>
                <a:gdLst/>
                <a:ahLst/>
                <a:cxnLst/>
                <a:rect l="l" t="t" r="r" b="b"/>
                <a:pathLst>
                  <a:path w="4511040" h="4511040">
                    <a:moveTo>
                      <a:pt x="0" y="0"/>
                    </a:moveTo>
                    <a:lnTo>
                      <a:pt x="4511040" y="0"/>
                    </a:lnTo>
                    <a:lnTo>
                      <a:pt x="4511040" y="4511040"/>
                    </a:lnTo>
                    <a:lnTo>
                      <a:pt x="0" y="45110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099906" y="161401"/>
              <a:ext cx="2838950" cy="2838950"/>
              <a:chOff x="0" y="0"/>
              <a:chExt cx="4511040" cy="451104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4511040" cy="4511040"/>
              </a:xfrm>
              <a:custGeom>
                <a:avLst/>
                <a:gdLst/>
                <a:ahLst/>
                <a:cxnLst/>
                <a:rect l="l" t="t" r="r" b="b"/>
                <a:pathLst>
                  <a:path w="4511040" h="4511040">
                    <a:moveTo>
                      <a:pt x="0" y="0"/>
                    </a:moveTo>
                    <a:lnTo>
                      <a:pt x="4511040" y="0"/>
                    </a:lnTo>
                    <a:lnTo>
                      <a:pt x="4511040" y="4511040"/>
                    </a:lnTo>
                    <a:lnTo>
                      <a:pt x="0" y="45110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9149859" y="161401"/>
              <a:ext cx="2838950" cy="2838950"/>
              <a:chOff x="0" y="0"/>
              <a:chExt cx="4511040" cy="451104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0" y="0"/>
                <a:ext cx="4511040" cy="4511040"/>
              </a:xfrm>
              <a:custGeom>
                <a:avLst/>
                <a:gdLst/>
                <a:ahLst/>
                <a:cxnLst/>
                <a:rect l="l" t="t" r="r" b="b"/>
                <a:pathLst>
                  <a:path w="4511040" h="4511040">
                    <a:moveTo>
                      <a:pt x="0" y="0"/>
                    </a:moveTo>
                    <a:lnTo>
                      <a:pt x="4511040" y="0"/>
                    </a:lnTo>
                    <a:lnTo>
                      <a:pt x="4511040" y="4511040"/>
                    </a:lnTo>
                    <a:lnTo>
                      <a:pt x="0" y="45110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2199812" y="161401"/>
              <a:ext cx="2838950" cy="2838950"/>
              <a:chOff x="0" y="0"/>
              <a:chExt cx="4511040" cy="451104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0" y="0"/>
                <a:ext cx="4511040" cy="4511040"/>
              </a:xfrm>
              <a:custGeom>
                <a:avLst/>
                <a:gdLst/>
                <a:ahLst/>
                <a:cxnLst/>
                <a:rect l="l" t="t" r="r" b="b"/>
                <a:pathLst>
                  <a:path w="4511040" h="4511040">
                    <a:moveTo>
                      <a:pt x="0" y="0"/>
                    </a:moveTo>
                    <a:lnTo>
                      <a:pt x="4511040" y="0"/>
                    </a:lnTo>
                    <a:lnTo>
                      <a:pt x="4511040" y="4511040"/>
                    </a:lnTo>
                    <a:lnTo>
                      <a:pt x="0" y="45110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5249764" y="161401"/>
              <a:ext cx="2838950" cy="2838950"/>
              <a:chOff x="0" y="0"/>
              <a:chExt cx="4511040" cy="451104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4511040" cy="4511040"/>
              </a:xfrm>
              <a:custGeom>
                <a:avLst/>
                <a:gdLst/>
                <a:ahLst/>
                <a:cxnLst/>
                <a:rect l="l" t="t" r="r" b="b"/>
                <a:pathLst>
                  <a:path w="4511040" h="4511040">
                    <a:moveTo>
                      <a:pt x="0" y="0"/>
                    </a:moveTo>
                    <a:lnTo>
                      <a:pt x="4511040" y="0"/>
                    </a:lnTo>
                    <a:lnTo>
                      <a:pt x="4511040" y="4511040"/>
                    </a:lnTo>
                    <a:lnTo>
                      <a:pt x="0" y="45110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16907401" y="1892433"/>
              <a:ext cx="510380" cy="502219"/>
              <a:chOff x="0" y="0"/>
              <a:chExt cx="608241" cy="598513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93695" y="305053"/>
                <a:ext cx="302294" cy="229997"/>
              </a:xfrm>
              <a:custGeom>
                <a:avLst/>
                <a:gdLst/>
                <a:ahLst/>
                <a:cxnLst/>
                <a:rect l="l" t="t" r="r" b="b"/>
                <a:pathLst>
                  <a:path w="302294" h="229997">
                    <a:moveTo>
                      <a:pt x="88551" y="16256"/>
                    </a:moveTo>
                    <a:lnTo>
                      <a:pt x="73438" y="31369"/>
                    </a:lnTo>
                    <a:cubicBezTo>
                      <a:pt x="72041" y="32766"/>
                      <a:pt x="70009" y="33655"/>
                      <a:pt x="68104" y="33655"/>
                    </a:cubicBezTo>
                    <a:lnTo>
                      <a:pt x="52991" y="33655"/>
                    </a:lnTo>
                    <a:lnTo>
                      <a:pt x="52991" y="26035"/>
                    </a:lnTo>
                    <a:lnTo>
                      <a:pt x="58325" y="31369"/>
                    </a:lnTo>
                    <a:lnTo>
                      <a:pt x="43212" y="46482"/>
                    </a:lnTo>
                    <a:cubicBezTo>
                      <a:pt x="41815" y="47879"/>
                      <a:pt x="39783" y="48768"/>
                      <a:pt x="37878" y="48768"/>
                    </a:cubicBezTo>
                    <a:lnTo>
                      <a:pt x="22765" y="48768"/>
                    </a:lnTo>
                    <a:lnTo>
                      <a:pt x="22765" y="41148"/>
                    </a:lnTo>
                    <a:lnTo>
                      <a:pt x="28099" y="46482"/>
                    </a:lnTo>
                    <a:lnTo>
                      <a:pt x="12986" y="61595"/>
                    </a:lnTo>
                    <a:lnTo>
                      <a:pt x="7652" y="56261"/>
                    </a:lnTo>
                    <a:lnTo>
                      <a:pt x="12986" y="50927"/>
                    </a:lnTo>
                    <a:lnTo>
                      <a:pt x="43212" y="81153"/>
                    </a:lnTo>
                    <a:cubicBezTo>
                      <a:pt x="44609" y="82550"/>
                      <a:pt x="45498" y="84582"/>
                      <a:pt x="45498" y="86487"/>
                    </a:cubicBezTo>
                    <a:lnTo>
                      <a:pt x="45498" y="131826"/>
                    </a:lnTo>
                    <a:lnTo>
                      <a:pt x="37878" y="131826"/>
                    </a:lnTo>
                    <a:lnTo>
                      <a:pt x="43212" y="126492"/>
                    </a:lnTo>
                    <a:lnTo>
                      <a:pt x="58325" y="141605"/>
                    </a:lnTo>
                    <a:lnTo>
                      <a:pt x="52991" y="146939"/>
                    </a:lnTo>
                    <a:lnTo>
                      <a:pt x="52991" y="139319"/>
                    </a:lnTo>
                    <a:lnTo>
                      <a:pt x="68104" y="139319"/>
                    </a:lnTo>
                    <a:cubicBezTo>
                      <a:pt x="70136" y="139319"/>
                      <a:pt x="72041" y="140081"/>
                      <a:pt x="73438" y="141605"/>
                    </a:cubicBezTo>
                    <a:lnTo>
                      <a:pt x="88551" y="156718"/>
                    </a:lnTo>
                    <a:lnTo>
                      <a:pt x="83217" y="162052"/>
                    </a:lnTo>
                    <a:lnTo>
                      <a:pt x="83217" y="154432"/>
                    </a:lnTo>
                    <a:lnTo>
                      <a:pt x="128556" y="154432"/>
                    </a:lnTo>
                    <a:cubicBezTo>
                      <a:pt x="130588" y="154432"/>
                      <a:pt x="132493" y="155194"/>
                      <a:pt x="133890" y="156718"/>
                    </a:cubicBezTo>
                    <a:lnTo>
                      <a:pt x="149003" y="171831"/>
                    </a:lnTo>
                    <a:lnTo>
                      <a:pt x="143669" y="177165"/>
                    </a:lnTo>
                    <a:lnTo>
                      <a:pt x="143669" y="169545"/>
                    </a:lnTo>
                    <a:lnTo>
                      <a:pt x="158782" y="169545"/>
                    </a:lnTo>
                    <a:cubicBezTo>
                      <a:pt x="160815" y="169545"/>
                      <a:pt x="162720" y="170307"/>
                      <a:pt x="164117" y="171831"/>
                    </a:cubicBezTo>
                    <a:lnTo>
                      <a:pt x="179230" y="186944"/>
                    </a:lnTo>
                    <a:lnTo>
                      <a:pt x="173896" y="192278"/>
                    </a:lnTo>
                    <a:lnTo>
                      <a:pt x="173896" y="184658"/>
                    </a:lnTo>
                    <a:lnTo>
                      <a:pt x="189009" y="184658"/>
                    </a:lnTo>
                    <a:cubicBezTo>
                      <a:pt x="191041" y="184658"/>
                      <a:pt x="192946" y="185420"/>
                      <a:pt x="194343" y="186944"/>
                    </a:cubicBezTo>
                    <a:lnTo>
                      <a:pt x="209456" y="202057"/>
                    </a:lnTo>
                    <a:lnTo>
                      <a:pt x="204122" y="207391"/>
                    </a:lnTo>
                    <a:lnTo>
                      <a:pt x="204122" y="199771"/>
                    </a:lnTo>
                    <a:lnTo>
                      <a:pt x="219235" y="199771"/>
                    </a:lnTo>
                    <a:cubicBezTo>
                      <a:pt x="221267" y="199771"/>
                      <a:pt x="223172" y="200533"/>
                      <a:pt x="224569" y="202057"/>
                    </a:cubicBezTo>
                    <a:lnTo>
                      <a:pt x="239682" y="217170"/>
                    </a:lnTo>
                    <a:lnTo>
                      <a:pt x="234348" y="222504"/>
                    </a:lnTo>
                    <a:lnTo>
                      <a:pt x="229014" y="217170"/>
                    </a:lnTo>
                    <a:lnTo>
                      <a:pt x="259240" y="186944"/>
                    </a:lnTo>
                    <a:cubicBezTo>
                      <a:pt x="260637" y="185547"/>
                      <a:pt x="262669" y="184658"/>
                      <a:pt x="264574" y="184658"/>
                    </a:cubicBezTo>
                    <a:lnTo>
                      <a:pt x="279687" y="184658"/>
                    </a:lnTo>
                    <a:lnTo>
                      <a:pt x="279687" y="192278"/>
                    </a:lnTo>
                    <a:lnTo>
                      <a:pt x="274353" y="186944"/>
                    </a:lnTo>
                    <a:lnTo>
                      <a:pt x="289466" y="171831"/>
                    </a:lnTo>
                    <a:lnTo>
                      <a:pt x="294800" y="177165"/>
                    </a:lnTo>
                    <a:lnTo>
                      <a:pt x="287180" y="177165"/>
                    </a:lnTo>
                    <a:lnTo>
                      <a:pt x="287180" y="86360"/>
                    </a:lnTo>
                    <a:lnTo>
                      <a:pt x="294800" y="86360"/>
                    </a:lnTo>
                    <a:lnTo>
                      <a:pt x="289466" y="91694"/>
                    </a:lnTo>
                    <a:lnTo>
                      <a:pt x="274353" y="76581"/>
                    </a:lnTo>
                    <a:lnTo>
                      <a:pt x="279687" y="71247"/>
                    </a:lnTo>
                    <a:lnTo>
                      <a:pt x="279687" y="78867"/>
                    </a:lnTo>
                    <a:lnTo>
                      <a:pt x="264447" y="78867"/>
                    </a:lnTo>
                    <a:cubicBezTo>
                      <a:pt x="262415" y="78867"/>
                      <a:pt x="260510" y="78105"/>
                      <a:pt x="259113" y="76581"/>
                    </a:cubicBezTo>
                    <a:lnTo>
                      <a:pt x="244000" y="61468"/>
                    </a:lnTo>
                    <a:lnTo>
                      <a:pt x="249334" y="56134"/>
                    </a:lnTo>
                    <a:lnTo>
                      <a:pt x="249334" y="63754"/>
                    </a:lnTo>
                    <a:lnTo>
                      <a:pt x="234221" y="63754"/>
                    </a:lnTo>
                    <a:cubicBezTo>
                      <a:pt x="232189" y="63754"/>
                      <a:pt x="230284" y="62992"/>
                      <a:pt x="228887" y="61468"/>
                    </a:cubicBezTo>
                    <a:lnTo>
                      <a:pt x="213647" y="46482"/>
                    </a:lnTo>
                    <a:lnTo>
                      <a:pt x="218981" y="41148"/>
                    </a:lnTo>
                    <a:lnTo>
                      <a:pt x="218981" y="48768"/>
                    </a:lnTo>
                    <a:lnTo>
                      <a:pt x="173769" y="48768"/>
                    </a:lnTo>
                    <a:cubicBezTo>
                      <a:pt x="171737" y="48768"/>
                      <a:pt x="169832" y="48006"/>
                      <a:pt x="168435" y="46482"/>
                    </a:cubicBezTo>
                    <a:lnTo>
                      <a:pt x="153321" y="31369"/>
                    </a:lnTo>
                    <a:lnTo>
                      <a:pt x="158655" y="26035"/>
                    </a:lnTo>
                    <a:lnTo>
                      <a:pt x="158655" y="33655"/>
                    </a:lnTo>
                    <a:lnTo>
                      <a:pt x="143542" y="33655"/>
                    </a:lnTo>
                    <a:cubicBezTo>
                      <a:pt x="141510" y="33655"/>
                      <a:pt x="139605" y="32893"/>
                      <a:pt x="138208" y="31369"/>
                    </a:cubicBezTo>
                    <a:lnTo>
                      <a:pt x="123095" y="16256"/>
                    </a:lnTo>
                    <a:lnTo>
                      <a:pt x="117761" y="10922"/>
                    </a:lnTo>
                    <a:lnTo>
                      <a:pt x="128556" y="127"/>
                    </a:lnTo>
                    <a:lnTo>
                      <a:pt x="133890" y="5461"/>
                    </a:lnTo>
                    <a:lnTo>
                      <a:pt x="149003" y="20574"/>
                    </a:lnTo>
                    <a:lnTo>
                      <a:pt x="143669" y="25908"/>
                    </a:lnTo>
                    <a:lnTo>
                      <a:pt x="143669" y="18288"/>
                    </a:lnTo>
                    <a:lnTo>
                      <a:pt x="158782" y="18288"/>
                    </a:lnTo>
                    <a:cubicBezTo>
                      <a:pt x="160814" y="18288"/>
                      <a:pt x="162720" y="19050"/>
                      <a:pt x="164117" y="20574"/>
                    </a:cubicBezTo>
                    <a:lnTo>
                      <a:pt x="179230" y="35687"/>
                    </a:lnTo>
                    <a:lnTo>
                      <a:pt x="173896" y="41021"/>
                    </a:lnTo>
                    <a:lnTo>
                      <a:pt x="173896" y="33401"/>
                    </a:lnTo>
                    <a:lnTo>
                      <a:pt x="219235" y="33401"/>
                    </a:lnTo>
                    <a:cubicBezTo>
                      <a:pt x="221267" y="33401"/>
                      <a:pt x="223172" y="34163"/>
                      <a:pt x="224569" y="35687"/>
                    </a:cubicBezTo>
                    <a:lnTo>
                      <a:pt x="239682" y="50800"/>
                    </a:lnTo>
                    <a:lnTo>
                      <a:pt x="234348" y="56134"/>
                    </a:lnTo>
                    <a:lnTo>
                      <a:pt x="234348" y="48514"/>
                    </a:lnTo>
                    <a:lnTo>
                      <a:pt x="249461" y="48514"/>
                    </a:lnTo>
                    <a:cubicBezTo>
                      <a:pt x="251493" y="48514"/>
                      <a:pt x="253398" y="49276"/>
                      <a:pt x="254795" y="50800"/>
                    </a:cubicBezTo>
                    <a:lnTo>
                      <a:pt x="269908" y="65913"/>
                    </a:lnTo>
                    <a:lnTo>
                      <a:pt x="264574" y="71247"/>
                    </a:lnTo>
                    <a:lnTo>
                      <a:pt x="264574" y="63627"/>
                    </a:lnTo>
                    <a:lnTo>
                      <a:pt x="279687" y="63627"/>
                    </a:lnTo>
                    <a:cubicBezTo>
                      <a:pt x="281719" y="63627"/>
                      <a:pt x="283624" y="64389"/>
                      <a:pt x="285021" y="65913"/>
                    </a:cubicBezTo>
                    <a:lnTo>
                      <a:pt x="300007" y="81026"/>
                    </a:lnTo>
                    <a:cubicBezTo>
                      <a:pt x="301404" y="82423"/>
                      <a:pt x="302293" y="84455"/>
                      <a:pt x="302293" y="86360"/>
                    </a:cubicBezTo>
                    <a:lnTo>
                      <a:pt x="302293" y="177038"/>
                    </a:lnTo>
                    <a:cubicBezTo>
                      <a:pt x="302293" y="179070"/>
                      <a:pt x="301531" y="180975"/>
                      <a:pt x="300007" y="182372"/>
                    </a:cubicBezTo>
                    <a:lnTo>
                      <a:pt x="284894" y="197485"/>
                    </a:lnTo>
                    <a:cubicBezTo>
                      <a:pt x="283497" y="198882"/>
                      <a:pt x="281465" y="199771"/>
                      <a:pt x="279560" y="199771"/>
                    </a:cubicBezTo>
                    <a:lnTo>
                      <a:pt x="264447" y="199771"/>
                    </a:lnTo>
                    <a:lnTo>
                      <a:pt x="264447" y="192151"/>
                    </a:lnTo>
                    <a:lnTo>
                      <a:pt x="269781" y="197485"/>
                    </a:lnTo>
                    <a:lnTo>
                      <a:pt x="239555" y="227711"/>
                    </a:lnTo>
                    <a:cubicBezTo>
                      <a:pt x="238158" y="229108"/>
                      <a:pt x="236126" y="229997"/>
                      <a:pt x="234221" y="229997"/>
                    </a:cubicBezTo>
                    <a:cubicBezTo>
                      <a:pt x="232316" y="229997"/>
                      <a:pt x="230284" y="229235"/>
                      <a:pt x="228887" y="227711"/>
                    </a:cubicBezTo>
                    <a:lnTo>
                      <a:pt x="213647" y="212598"/>
                    </a:lnTo>
                    <a:lnTo>
                      <a:pt x="218981" y="207264"/>
                    </a:lnTo>
                    <a:lnTo>
                      <a:pt x="218981" y="214884"/>
                    </a:lnTo>
                    <a:lnTo>
                      <a:pt x="203995" y="214884"/>
                    </a:lnTo>
                    <a:cubicBezTo>
                      <a:pt x="201963" y="214884"/>
                      <a:pt x="200058" y="214122"/>
                      <a:pt x="198661" y="212598"/>
                    </a:cubicBezTo>
                    <a:lnTo>
                      <a:pt x="183548" y="197485"/>
                    </a:lnTo>
                    <a:lnTo>
                      <a:pt x="188882" y="192151"/>
                    </a:lnTo>
                    <a:lnTo>
                      <a:pt x="188882" y="199771"/>
                    </a:lnTo>
                    <a:lnTo>
                      <a:pt x="173769" y="199771"/>
                    </a:lnTo>
                    <a:cubicBezTo>
                      <a:pt x="171737" y="199771"/>
                      <a:pt x="169832" y="199009"/>
                      <a:pt x="168435" y="197485"/>
                    </a:cubicBezTo>
                    <a:lnTo>
                      <a:pt x="153321" y="182372"/>
                    </a:lnTo>
                    <a:lnTo>
                      <a:pt x="158655" y="177038"/>
                    </a:lnTo>
                    <a:lnTo>
                      <a:pt x="158655" y="184658"/>
                    </a:lnTo>
                    <a:lnTo>
                      <a:pt x="143542" y="184658"/>
                    </a:lnTo>
                    <a:cubicBezTo>
                      <a:pt x="141510" y="184658"/>
                      <a:pt x="139605" y="183896"/>
                      <a:pt x="138208" y="182372"/>
                    </a:cubicBezTo>
                    <a:lnTo>
                      <a:pt x="123095" y="167259"/>
                    </a:lnTo>
                    <a:lnTo>
                      <a:pt x="128429" y="161925"/>
                    </a:lnTo>
                    <a:lnTo>
                      <a:pt x="128429" y="169545"/>
                    </a:lnTo>
                    <a:lnTo>
                      <a:pt x="83090" y="169545"/>
                    </a:lnTo>
                    <a:cubicBezTo>
                      <a:pt x="81058" y="169545"/>
                      <a:pt x="79153" y="168783"/>
                      <a:pt x="77756" y="167259"/>
                    </a:cubicBezTo>
                    <a:lnTo>
                      <a:pt x="62643" y="152146"/>
                    </a:lnTo>
                    <a:lnTo>
                      <a:pt x="67977" y="146812"/>
                    </a:lnTo>
                    <a:lnTo>
                      <a:pt x="67977" y="154432"/>
                    </a:lnTo>
                    <a:lnTo>
                      <a:pt x="52991" y="154432"/>
                    </a:lnTo>
                    <a:cubicBezTo>
                      <a:pt x="50959" y="154432"/>
                      <a:pt x="49054" y="153670"/>
                      <a:pt x="47657" y="152146"/>
                    </a:cubicBezTo>
                    <a:lnTo>
                      <a:pt x="32417" y="137160"/>
                    </a:lnTo>
                    <a:cubicBezTo>
                      <a:pt x="31020" y="135763"/>
                      <a:pt x="30131" y="133731"/>
                      <a:pt x="30131" y="131826"/>
                    </a:cubicBezTo>
                    <a:lnTo>
                      <a:pt x="30131" y="86360"/>
                    </a:lnTo>
                    <a:lnTo>
                      <a:pt x="37751" y="86360"/>
                    </a:lnTo>
                    <a:lnTo>
                      <a:pt x="32417" y="91694"/>
                    </a:lnTo>
                    <a:lnTo>
                      <a:pt x="2191" y="61468"/>
                    </a:lnTo>
                    <a:cubicBezTo>
                      <a:pt x="-730" y="58547"/>
                      <a:pt x="-730" y="53721"/>
                      <a:pt x="2191" y="50673"/>
                    </a:cubicBezTo>
                    <a:lnTo>
                      <a:pt x="17304" y="35560"/>
                    </a:lnTo>
                    <a:cubicBezTo>
                      <a:pt x="18701" y="34163"/>
                      <a:pt x="20733" y="33274"/>
                      <a:pt x="22638" y="33274"/>
                    </a:cubicBezTo>
                    <a:lnTo>
                      <a:pt x="37751" y="33274"/>
                    </a:lnTo>
                    <a:lnTo>
                      <a:pt x="37751" y="40894"/>
                    </a:lnTo>
                    <a:lnTo>
                      <a:pt x="32417" y="35560"/>
                    </a:lnTo>
                    <a:lnTo>
                      <a:pt x="47530" y="20447"/>
                    </a:lnTo>
                    <a:cubicBezTo>
                      <a:pt x="48927" y="19050"/>
                      <a:pt x="50959" y="18161"/>
                      <a:pt x="52864" y="18161"/>
                    </a:cubicBezTo>
                    <a:lnTo>
                      <a:pt x="67977" y="18161"/>
                    </a:lnTo>
                    <a:lnTo>
                      <a:pt x="67977" y="25781"/>
                    </a:lnTo>
                    <a:lnTo>
                      <a:pt x="62643" y="20447"/>
                    </a:lnTo>
                    <a:lnTo>
                      <a:pt x="77756" y="5334"/>
                    </a:lnTo>
                    <a:lnTo>
                      <a:pt x="83090" y="0"/>
                    </a:lnTo>
                    <a:lnTo>
                      <a:pt x="93885" y="10795"/>
                    </a:ln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8" name="Freeform 58"/>
              <p:cNvSpPr/>
              <p:nvPr/>
            </p:nvSpPr>
            <p:spPr>
              <a:xfrm>
                <a:off x="63500" y="63500"/>
                <a:ext cx="166371" cy="214788"/>
              </a:xfrm>
              <a:custGeom>
                <a:avLst/>
                <a:gdLst/>
                <a:ahLst/>
                <a:cxnLst/>
                <a:rect l="l" t="t" r="r" b="b"/>
                <a:pathLst>
                  <a:path w="166371" h="214788">
                    <a:moveTo>
                      <a:pt x="75693" y="10795"/>
                    </a:moveTo>
                    <a:lnTo>
                      <a:pt x="75693" y="25908"/>
                    </a:lnTo>
                    <a:cubicBezTo>
                      <a:pt x="75693" y="27940"/>
                      <a:pt x="74931" y="29845"/>
                      <a:pt x="73407" y="31242"/>
                    </a:cubicBezTo>
                    <a:lnTo>
                      <a:pt x="43181" y="61468"/>
                    </a:lnTo>
                    <a:lnTo>
                      <a:pt x="37847" y="56134"/>
                    </a:lnTo>
                    <a:lnTo>
                      <a:pt x="45467" y="56134"/>
                    </a:lnTo>
                    <a:lnTo>
                      <a:pt x="45467" y="71247"/>
                    </a:lnTo>
                    <a:cubicBezTo>
                      <a:pt x="45467" y="73279"/>
                      <a:pt x="44705" y="75184"/>
                      <a:pt x="43181" y="76581"/>
                    </a:cubicBezTo>
                    <a:lnTo>
                      <a:pt x="28068" y="91694"/>
                    </a:lnTo>
                    <a:lnTo>
                      <a:pt x="22734" y="86360"/>
                    </a:lnTo>
                    <a:lnTo>
                      <a:pt x="30354" y="86360"/>
                    </a:lnTo>
                    <a:lnTo>
                      <a:pt x="30354" y="116586"/>
                    </a:lnTo>
                    <a:cubicBezTo>
                      <a:pt x="30354" y="118618"/>
                      <a:pt x="29592" y="120523"/>
                      <a:pt x="28068" y="121920"/>
                    </a:cubicBezTo>
                    <a:lnTo>
                      <a:pt x="12954" y="137033"/>
                    </a:lnTo>
                    <a:lnTo>
                      <a:pt x="7620" y="131699"/>
                    </a:lnTo>
                    <a:lnTo>
                      <a:pt x="15240" y="131699"/>
                    </a:lnTo>
                    <a:lnTo>
                      <a:pt x="15240" y="177037"/>
                    </a:lnTo>
                    <a:lnTo>
                      <a:pt x="7620" y="177037"/>
                    </a:lnTo>
                    <a:lnTo>
                      <a:pt x="12954" y="171703"/>
                    </a:lnTo>
                    <a:lnTo>
                      <a:pt x="43181" y="201675"/>
                    </a:lnTo>
                    <a:lnTo>
                      <a:pt x="37847" y="207009"/>
                    </a:lnTo>
                    <a:lnTo>
                      <a:pt x="37847" y="199389"/>
                    </a:lnTo>
                    <a:lnTo>
                      <a:pt x="52960" y="199389"/>
                    </a:lnTo>
                    <a:lnTo>
                      <a:pt x="52960" y="207009"/>
                    </a:lnTo>
                    <a:lnTo>
                      <a:pt x="47626" y="201675"/>
                    </a:lnTo>
                    <a:lnTo>
                      <a:pt x="62612" y="186689"/>
                    </a:lnTo>
                    <a:cubicBezTo>
                      <a:pt x="65533" y="183768"/>
                      <a:pt x="70359" y="183768"/>
                      <a:pt x="73407" y="186689"/>
                    </a:cubicBezTo>
                    <a:lnTo>
                      <a:pt x="88520" y="201802"/>
                    </a:lnTo>
                    <a:lnTo>
                      <a:pt x="83186" y="207136"/>
                    </a:lnTo>
                    <a:lnTo>
                      <a:pt x="77852" y="201802"/>
                    </a:lnTo>
                    <a:lnTo>
                      <a:pt x="108078" y="171576"/>
                    </a:lnTo>
                    <a:lnTo>
                      <a:pt x="113412" y="176910"/>
                    </a:lnTo>
                    <a:lnTo>
                      <a:pt x="105792" y="176910"/>
                    </a:lnTo>
                    <a:lnTo>
                      <a:pt x="105792" y="161798"/>
                    </a:lnTo>
                    <a:cubicBezTo>
                      <a:pt x="105792" y="159766"/>
                      <a:pt x="106554" y="157861"/>
                      <a:pt x="108078" y="156464"/>
                    </a:cubicBezTo>
                    <a:lnTo>
                      <a:pt x="123191" y="141351"/>
                    </a:lnTo>
                    <a:lnTo>
                      <a:pt x="128525" y="146685"/>
                    </a:lnTo>
                    <a:lnTo>
                      <a:pt x="120905" y="146685"/>
                    </a:lnTo>
                    <a:lnTo>
                      <a:pt x="120905" y="101346"/>
                    </a:lnTo>
                    <a:cubicBezTo>
                      <a:pt x="120905" y="99314"/>
                      <a:pt x="121667" y="97409"/>
                      <a:pt x="123191" y="96012"/>
                    </a:cubicBezTo>
                    <a:lnTo>
                      <a:pt x="138304" y="80899"/>
                    </a:lnTo>
                    <a:lnTo>
                      <a:pt x="143638" y="86233"/>
                    </a:lnTo>
                    <a:lnTo>
                      <a:pt x="136018" y="86233"/>
                    </a:lnTo>
                    <a:lnTo>
                      <a:pt x="136018" y="56134"/>
                    </a:lnTo>
                    <a:cubicBezTo>
                      <a:pt x="136018" y="54102"/>
                      <a:pt x="136780" y="52197"/>
                      <a:pt x="138304" y="50800"/>
                    </a:cubicBezTo>
                    <a:lnTo>
                      <a:pt x="153290" y="35560"/>
                    </a:lnTo>
                    <a:lnTo>
                      <a:pt x="158624" y="40894"/>
                    </a:lnTo>
                    <a:lnTo>
                      <a:pt x="153290" y="46228"/>
                    </a:lnTo>
                    <a:lnTo>
                      <a:pt x="138177" y="31115"/>
                    </a:lnTo>
                    <a:lnTo>
                      <a:pt x="143511" y="25781"/>
                    </a:lnTo>
                    <a:lnTo>
                      <a:pt x="143511" y="33401"/>
                    </a:lnTo>
                    <a:lnTo>
                      <a:pt x="128398" y="33401"/>
                    </a:lnTo>
                    <a:cubicBezTo>
                      <a:pt x="126366" y="33401"/>
                      <a:pt x="124461" y="32639"/>
                      <a:pt x="123064" y="31115"/>
                    </a:cubicBezTo>
                    <a:lnTo>
                      <a:pt x="107951" y="16129"/>
                    </a:lnTo>
                    <a:lnTo>
                      <a:pt x="102617" y="10795"/>
                    </a:lnTo>
                    <a:lnTo>
                      <a:pt x="113412" y="0"/>
                    </a:lnTo>
                    <a:lnTo>
                      <a:pt x="118746" y="5334"/>
                    </a:lnTo>
                    <a:lnTo>
                      <a:pt x="133859" y="20447"/>
                    </a:lnTo>
                    <a:lnTo>
                      <a:pt x="128525" y="25781"/>
                    </a:lnTo>
                    <a:lnTo>
                      <a:pt x="128525" y="18161"/>
                    </a:lnTo>
                    <a:lnTo>
                      <a:pt x="143511" y="18161"/>
                    </a:lnTo>
                    <a:cubicBezTo>
                      <a:pt x="145543" y="18161"/>
                      <a:pt x="147448" y="18923"/>
                      <a:pt x="148845" y="20447"/>
                    </a:cubicBezTo>
                    <a:lnTo>
                      <a:pt x="164085" y="35560"/>
                    </a:lnTo>
                    <a:cubicBezTo>
                      <a:pt x="165482" y="36957"/>
                      <a:pt x="166371" y="38989"/>
                      <a:pt x="166371" y="40894"/>
                    </a:cubicBezTo>
                    <a:cubicBezTo>
                      <a:pt x="166371" y="42799"/>
                      <a:pt x="165609" y="44831"/>
                      <a:pt x="164085" y="46228"/>
                    </a:cubicBezTo>
                    <a:lnTo>
                      <a:pt x="148972" y="61468"/>
                    </a:lnTo>
                    <a:lnTo>
                      <a:pt x="143638" y="56134"/>
                    </a:lnTo>
                    <a:lnTo>
                      <a:pt x="151258" y="56134"/>
                    </a:lnTo>
                    <a:lnTo>
                      <a:pt x="151258" y="86360"/>
                    </a:lnTo>
                    <a:cubicBezTo>
                      <a:pt x="151258" y="88392"/>
                      <a:pt x="150496" y="90297"/>
                      <a:pt x="148972" y="91694"/>
                    </a:cubicBezTo>
                    <a:lnTo>
                      <a:pt x="133859" y="106807"/>
                    </a:lnTo>
                    <a:lnTo>
                      <a:pt x="128525" y="101473"/>
                    </a:lnTo>
                    <a:lnTo>
                      <a:pt x="136145" y="101473"/>
                    </a:lnTo>
                    <a:lnTo>
                      <a:pt x="136145" y="146812"/>
                    </a:lnTo>
                    <a:cubicBezTo>
                      <a:pt x="136145" y="148844"/>
                      <a:pt x="135383" y="150749"/>
                      <a:pt x="133859" y="152146"/>
                    </a:cubicBezTo>
                    <a:lnTo>
                      <a:pt x="118746" y="167258"/>
                    </a:lnTo>
                    <a:lnTo>
                      <a:pt x="113412" y="161925"/>
                    </a:lnTo>
                    <a:lnTo>
                      <a:pt x="121032" y="161925"/>
                    </a:lnTo>
                    <a:lnTo>
                      <a:pt x="121032" y="177037"/>
                    </a:lnTo>
                    <a:cubicBezTo>
                      <a:pt x="121032" y="179069"/>
                      <a:pt x="120270" y="180974"/>
                      <a:pt x="118746" y="182371"/>
                    </a:cubicBezTo>
                    <a:lnTo>
                      <a:pt x="88520" y="212597"/>
                    </a:lnTo>
                    <a:cubicBezTo>
                      <a:pt x="85599" y="215518"/>
                      <a:pt x="80773" y="215518"/>
                      <a:pt x="77725" y="212597"/>
                    </a:cubicBezTo>
                    <a:lnTo>
                      <a:pt x="62612" y="197357"/>
                    </a:lnTo>
                    <a:lnTo>
                      <a:pt x="67946" y="192023"/>
                    </a:lnTo>
                    <a:lnTo>
                      <a:pt x="73280" y="197357"/>
                    </a:lnTo>
                    <a:lnTo>
                      <a:pt x="58167" y="212470"/>
                    </a:lnTo>
                    <a:cubicBezTo>
                      <a:pt x="56770" y="213867"/>
                      <a:pt x="54738" y="214756"/>
                      <a:pt x="52833" y="214756"/>
                    </a:cubicBezTo>
                    <a:lnTo>
                      <a:pt x="37847" y="214756"/>
                    </a:lnTo>
                    <a:cubicBezTo>
                      <a:pt x="35815" y="214756"/>
                      <a:pt x="33910" y="213994"/>
                      <a:pt x="32513" y="212470"/>
                    </a:cubicBezTo>
                    <a:lnTo>
                      <a:pt x="2286" y="182244"/>
                    </a:lnTo>
                    <a:cubicBezTo>
                      <a:pt x="889" y="180847"/>
                      <a:pt x="0" y="178815"/>
                      <a:pt x="0" y="176910"/>
                    </a:cubicBezTo>
                    <a:lnTo>
                      <a:pt x="0" y="131572"/>
                    </a:lnTo>
                    <a:cubicBezTo>
                      <a:pt x="0" y="129540"/>
                      <a:pt x="762" y="127635"/>
                      <a:pt x="2286" y="126238"/>
                    </a:cubicBezTo>
                    <a:lnTo>
                      <a:pt x="17399" y="111125"/>
                    </a:lnTo>
                    <a:lnTo>
                      <a:pt x="22734" y="116459"/>
                    </a:lnTo>
                    <a:lnTo>
                      <a:pt x="15113" y="116459"/>
                    </a:lnTo>
                    <a:lnTo>
                      <a:pt x="15113" y="86233"/>
                    </a:lnTo>
                    <a:cubicBezTo>
                      <a:pt x="15113" y="84201"/>
                      <a:pt x="15875" y="82296"/>
                      <a:pt x="17399" y="80899"/>
                    </a:cubicBezTo>
                    <a:lnTo>
                      <a:pt x="32513" y="65786"/>
                    </a:lnTo>
                    <a:lnTo>
                      <a:pt x="37847" y="71120"/>
                    </a:lnTo>
                    <a:lnTo>
                      <a:pt x="30227" y="71120"/>
                    </a:lnTo>
                    <a:lnTo>
                      <a:pt x="30227" y="56134"/>
                    </a:lnTo>
                    <a:cubicBezTo>
                      <a:pt x="30227" y="54102"/>
                      <a:pt x="30989" y="52197"/>
                      <a:pt x="32513" y="50800"/>
                    </a:cubicBezTo>
                    <a:lnTo>
                      <a:pt x="62612" y="20447"/>
                    </a:lnTo>
                    <a:lnTo>
                      <a:pt x="67946" y="25781"/>
                    </a:lnTo>
                    <a:lnTo>
                      <a:pt x="60326" y="25781"/>
                    </a:lnTo>
                    <a:lnTo>
                      <a:pt x="60326" y="10795"/>
                    </a:lnTo>
                    <a:lnTo>
                      <a:pt x="60326" y="3175"/>
                    </a:lnTo>
                    <a:lnTo>
                      <a:pt x="75566" y="3175"/>
                    </a:ln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59" name="Freeform 59"/>
              <p:cNvSpPr/>
              <p:nvPr/>
            </p:nvSpPr>
            <p:spPr>
              <a:xfrm>
                <a:off x="93695" y="305053"/>
                <a:ext cx="302294" cy="229997"/>
              </a:xfrm>
              <a:custGeom>
                <a:avLst/>
                <a:gdLst/>
                <a:ahLst/>
                <a:cxnLst/>
                <a:rect l="l" t="t" r="r" b="b"/>
                <a:pathLst>
                  <a:path w="302294" h="229997">
                    <a:moveTo>
                      <a:pt x="88551" y="16256"/>
                    </a:moveTo>
                    <a:lnTo>
                      <a:pt x="73438" y="31369"/>
                    </a:lnTo>
                    <a:cubicBezTo>
                      <a:pt x="72041" y="32766"/>
                      <a:pt x="70009" y="33655"/>
                      <a:pt x="68104" y="33655"/>
                    </a:cubicBezTo>
                    <a:lnTo>
                      <a:pt x="52991" y="33655"/>
                    </a:lnTo>
                    <a:lnTo>
                      <a:pt x="52991" y="26035"/>
                    </a:lnTo>
                    <a:lnTo>
                      <a:pt x="58325" y="31369"/>
                    </a:lnTo>
                    <a:lnTo>
                      <a:pt x="43212" y="46482"/>
                    </a:lnTo>
                    <a:cubicBezTo>
                      <a:pt x="41815" y="47879"/>
                      <a:pt x="39783" y="48768"/>
                      <a:pt x="37878" y="48768"/>
                    </a:cubicBezTo>
                    <a:lnTo>
                      <a:pt x="22765" y="48768"/>
                    </a:lnTo>
                    <a:lnTo>
                      <a:pt x="22765" y="41148"/>
                    </a:lnTo>
                    <a:lnTo>
                      <a:pt x="28099" y="46482"/>
                    </a:lnTo>
                    <a:lnTo>
                      <a:pt x="12986" y="61595"/>
                    </a:lnTo>
                    <a:lnTo>
                      <a:pt x="7652" y="56261"/>
                    </a:lnTo>
                    <a:lnTo>
                      <a:pt x="12986" y="50927"/>
                    </a:lnTo>
                    <a:lnTo>
                      <a:pt x="43212" y="81153"/>
                    </a:lnTo>
                    <a:cubicBezTo>
                      <a:pt x="44609" y="82550"/>
                      <a:pt x="45498" y="84582"/>
                      <a:pt x="45498" y="86487"/>
                    </a:cubicBezTo>
                    <a:lnTo>
                      <a:pt x="45498" y="131826"/>
                    </a:lnTo>
                    <a:lnTo>
                      <a:pt x="37878" y="131826"/>
                    </a:lnTo>
                    <a:lnTo>
                      <a:pt x="43212" y="126492"/>
                    </a:lnTo>
                    <a:lnTo>
                      <a:pt x="58325" y="141605"/>
                    </a:lnTo>
                    <a:lnTo>
                      <a:pt x="52991" y="146939"/>
                    </a:lnTo>
                    <a:lnTo>
                      <a:pt x="52991" y="139319"/>
                    </a:lnTo>
                    <a:lnTo>
                      <a:pt x="68104" y="139319"/>
                    </a:lnTo>
                    <a:cubicBezTo>
                      <a:pt x="70136" y="139319"/>
                      <a:pt x="72041" y="140081"/>
                      <a:pt x="73438" y="141605"/>
                    </a:cubicBezTo>
                    <a:lnTo>
                      <a:pt x="88551" y="156718"/>
                    </a:lnTo>
                    <a:lnTo>
                      <a:pt x="83217" y="162052"/>
                    </a:lnTo>
                    <a:lnTo>
                      <a:pt x="83217" y="154432"/>
                    </a:lnTo>
                    <a:lnTo>
                      <a:pt x="128556" y="154432"/>
                    </a:lnTo>
                    <a:cubicBezTo>
                      <a:pt x="130588" y="154432"/>
                      <a:pt x="132493" y="155194"/>
                      <a:pt x="133890" y="156718"/>
                    </a:cubicBezTo>
                    <a:lnTo>
                      <a:pt x="149003" y="171831"/>
                    </a:lnTo>
                    <a:lnTo>
                      <a:pt x="143669" y="177165"/>
                    </a:lnTo>
                    <a:lnTo>
                      <a:pt x="143669" y="169545"/>
                    </a:lnTo>
                    <a:lnTo>
                      <a:pt x="158782" y="169545"/>
                    </a:lnTo>
                    <a:cubicBezTo>
                      <a:pt x="160815" y="169545"/>
                      <a:pt x="162720" y="170307"/>
                      <a:pt x="164117" y="171831"/>
                    </a:cubicBezTo>
                    <a:lnTo>
                      <a:pt x="179230" y="186944"/>
                    </a:lnTo>
                    <a:lnTo>
                      <a:pt x="173896" y="192278"/>
                    </a:lnTo>
                    <a:lnTo>
                      <a:pt x="173896" y="184658"/>
                    </a:lnTo>
                    <a:lnTo>
                      <a:pt x="189009" y="184658"/>
                    </a:lnTo>
                    <a:cubicBezTo>
                      <a:pt x="191041" y="184658"/>
                      <a:pt x="192946" y="185420"/>
                      <a:pt x="194343" y="186944"/>
                    </a:cubicBezTo>
                    <a:lnTo>
                      <a:pt x="209456" y="202057"/>
                    </a:lnTo>
                    <a:lnTo>
                      <a:pt x="204122" y="207391"/>
                    </a:lnTo>
                    <a:lnTo>
                      <a:pt x="204122" y="199771"/>
                    </a:lnTo>
                    <a:lnTo>
                      <a:pt x="219235" y="199771"/>
                    </a:lnTo>
                    <a:cubicBezTo>
                      <a:pt x="221267" y="199771"/>
                      <a:pt x="223172" y="200533"/>
                      <a:pt x="224569" y="202057"/>
                    </a:cubicBezTo>
                    <a:lnTo>
                      <a:pt x="239682" y="217170"/>
                    </a:lnTo>
                    <a:lnTo>
                      <a:pt x="234348" y="222504"/>
                    </a:lnTo>
                    <a:lnTo>
                      <a:pt x="229014" y="217170"/>
                    </a:lnTo>
                    <a:lnTo>
                      <a:pt x="259240" y="186944"/>
                    </a:lnTo>
                    <a:cubicBezTo>
                      <a:pt x="260637" y="185547"/>
                      <a:pt x="262669" y="184658"/>
                      <a:pt x="264574" y="184658"/>
                    </a:cubicBezTo>
                    <a:lnTo>
                      <a:pt x="279687" y="184658"/>
                    </a:lnTo>
                    <a:lnTo>
                      <a:pt x="279687" y="192278"/>
                    </a:lnTo>
                    <a:lnTo>
                      <a:pt x="274353" y="186944"/>
                    </a:lnTo>
                    <a:lnTo>
                      <a:pt x="289466" y="171831"/>
                    </a:lnTo>
                    <a:lnTo>
                      <a:pt x="294800" y="177165"/>
                    </a:lnTo>
                    <a:lnTo>
                      <a:pt x="287180" y="177165"/>
                    </a:lnTo>
                    <a:lnTo>
                      <a:pt x="287180" y="86360"/>
                    </a:lnTo>
                    <a:lnTo>
                      <a:pt x="294800" y="86360"/>
                    </a:lnTo>
                    <a:lnTo>
                      <a:pt x="289466" y="91694"/>
                    </a:lnTo>
                    <a:lnTo>
                      <a:pt x="274353" y="76581"/>
                    </a:lnTo>
                    <a:lnTo>
                      <a:pt x="279687" y="71247"/>
                    </a:lnTo>
                    <a:lnTo>
                      <a:pt x="279687" y="78867"/>
                    </a:lnTo>
                    <a:lnTo>
                      <a:pt x="264447" y="78867"/>
                    </a:lnTo>
                    <a:cubicBezTo>
                      <a:pt x="262415" y="78867"/>
                      <a:pt x="260510" y="78105"/>
                      <a:pt x="259113" y="76581"/>
                    </a:cubicBezTo>
                    <a:lnTo>
                      <a:pt x="244000" y="61468"/>
                    </a:lnTo>
                    <a:lnTo>
                      <a:pt x="249334" y="56134"/>
                    </a:lnTo>
                    <a:lnTo>
                      <a:pt x="249334" y="63754"/>
                    </a:lnTo>
                    <a:lnTo>
                      <a:pt x="234221" y="63754"/>
                    </a:lnTo>
                    <a:cubicBezTo>
                      <a:pt x="232189" y="63754"/>
                      <a:pt x="230284" y="62992"/>
                      <a:pt x="228887" y="61468"/>
                    </a:cubicBezTo>
                    <a:lnTo>
                      <a:pt x="213647" y="46482"/>
                    </a:lnTo>
                    <a:lnTo>
                      <a:pt x="218981" y="41148"/>
                    </a:lnTo>
                    <a:lnTo>
                      <a:pt x="218981" y="48768"/>
                    </a:lnTo>
                    <a:lnTo>
                      <a:pt x="173769" y="48768"/>
                    </a:lnTo>
                    <a:cubicBezTo>
                      <a:pt x="171737" y="48768"/>
                      <a:pt x="169832" y="48006"/>
                      <a:pt x="168435" y="46482"/>
                    </a:cubicBezTo>
                    <a:lnTo>
                      <a:pt x="153321" y="31369"/>
                    </a:lnTo>
                    <a:lnTo>
                      <a:pt x="158655" y="26035"/>
                    </a:lnTo>
                    <a:lnTo>
                      <a:pt x="158655" y="33655"/>
                    </a:lnTo>
                    <a:lnTo>
                      <a:pt x="143542" y="33655"/>
                    </a:lnTo>
                    <a:cubicBezTo>
                      <a:pt x="141510" y="33655"/>
                      <a:pt x="139605" y="32893"/>
                      <a:pt x="138208" y="31369"/>
                    </a:cubicBezTo>
                    <a:lnTo>
                      <a:pt x="123095" y="16256"/>
                    </a:lnTo>
                    <a:lnTo>
                      <a:pt x="117761" y="10922"/>
                    </a:lnTo>
                    <a:lnTo>
                      <a:pt x="128556" y="127"/>
                    </a:lnTo>
                    <a:lnTo>
                      <a:pt x="133890" y="5461"/>
                    </a:lnTo>
                    <a:lnTo>
                      <a:pt x="149003" y="20574"/>
                    </a:lnTo>
                    <a:lnTo>
                      <a:pt x="143669" y="25908"/>
                    </a:lnTo>
                    <a:lnTo>
                      <a:pt x="143669" y="18288"/>
                    </a:lnTo>
                    <a:lnTo>
                      <a:pt x="158782" y="18288"/>
                    </a:lnTo>
                    <a:cubicBezTo>
                      <a:pt x="160814" y="18288"/>
                      <a:pt x="162720" y="19050"/>
                      <a:pt x="164117" y="20574"/>
                    </a:cubicBezTo>
                    <a:lnTo>
                      <a:pt x="179230" y="35687"/>
                    </a:lnTo>
                    <a:lnTo>
                      <a:pt x="173896" y="41021"/>
                    </a:lnTo>
                    <a:lnTo>
                      <a:pt x="173896" y="33401"/>
                    </a:lnTo>
                    <a:lnTo>
                      <a:pt x="219235" y="33401"/>
                    </a:lnTo>
                    <a:cubicBezTo>
                      <a:pt x="221267" y="33401"/>
                      <a:pt x="223172" y="34163"/>
                      <a:pt x="224569" y="35687"/>
                    </a:cubicBezTo>
                    <a:lnTo>
                      <a:pt x="239682" y="50800"/>
                    </a:lnTo>
                    <a:lnTo>
                      <a:pt x="234348" y="56134"/>
                    </a:lnTo>
                    <a:lnTo>
                      <a:pt x="234348" y="48514"/>
                    </a:lnTo>
                    <a:lnTo>
                      <a:pt x="249461" y="48514"/>
                    </a:lnTo>
                    <a:cubicBezTo>
                      <a:pt x="251493" y="48514"/>
                      <a:pt x="253398" y="49276"/>
                      <a:pt x="254795" y="50800"/>
                    </a:cubicBezTo>
                    <a:lnTo>
                      <a:pt x="269908" y="65913"/>
                    </a:lnTo>
                    <a:lnTo>
                      <a:pt x="264574" y="71247"/>
                    </a:lnTo>
                    <a:lnTo>
                      <a:pt x="264574" y="63627"/>
                    </a:lnTo>
                    <a:lnTo>
                      <a:pt x="279687" y="63627"/>
                    </a:lnTo>
                    <a:cubicBezTo>
                      <a:pt x="281719" y="63627"/>
                      <a:pt x="283624" y="64389"/>
                      <a:pt x="285021" y="65913"/>
                    </a:cubicBezTo>
                    <a:lnTo>
                      <a:pt x="300007" y="81026"/>
                    </a:lnTo>
                    <a:cubicBezTo>
                      <a:pt x="301404" y="82423"/>
                      <a:pt x="302293" y="84455"/>
                      <a:pt x="302293" y="86360"/>
                    </a:cubicBezTo>
                    <a:lnTo>
                      <a:pt x="302293" y="177038"/>
                    </a:lnTo>
                    <a:cubicBezTo>
                      <a:pt x="302293" y="179070"/>
                      <a:pt x="301531" y="180975"/>
                      <a:pt x="300007" y="182372"/>
                    </a:cubicBezTo>
                    <a:lnTo>
                      <a:pt x="284894" y="197485"/>
                    </a:lnTo>
                    <a:cubicBezTo>
                      <a:pt x="283497" y="198882"/>
                      <a:pt x="281465" y="199771"/>
                      <a:pt x="279560" y="199771"/>
                    </a:cubicBezTo>
                    <a:lnTo>
                      <a:pt x="264447" y="199771"/>
                    </a:lnTo>
                    <a:lnTo>
                      <a:pt x="264447" y="192151"/>
                    </a:lnTo>
                    <a:lnTo>
                      <a:pt x="269781" y="197485"/>
                    </a:lnTo>
                    <a:lnTo>
                      <a:pt x="239555" y="227711"/>
                    </a:lnTo>
                    <a:cubicBezTo>
                      <a:pt x="238158" y="229108"/>
                      <a:pt x="236126" y="229997"/>
                      <a:pt x="234221" y="229997"/>
                    </a:cubicBezTo>
                    <a:cubicBezTo>
                      <a:pt x="232316" y="229997"/>
                      <a:pt x="230284" y="229235"/>
                      <a:pt x="228887" y="227711"/>
                    </a:cubicBezTo>
                    <a:lnTo>
                      <a:pt x="213647" y="212598"/>
                    </a:lnTo>
                    <a:lnTo>
                      <a:pt x="218981" y="207264"/>
                    </a:lnTo>
                    <a:lnTo>
                      <a:pt x="218981" y="214884"/>
                    </a:lnTo>
                    <a:lnTo>
                      <a:pt x="203995" y="214884"/>
                    </a:lnTo>
                    <a:cubicBezTo>
                      <a:pt x="201963" y="214884"/>
                      <a:pt x="200058" y="214122"/>
                      <a:pt x="198661" y="212598"/>
                    </a:cubicBezTo>
                    <a:lnTo>
                      <a:pt x="183548" y="197485"/>
                    </a:lnTo>
                    <a:lnTo>
                      <a:pt x="188882" y="192151"/>
                    </a:lnTo>
                    <a:lnTo>
                      <a:pt x="188882" y="199771"/>
                    </a:lnTo>
                    <a:lnTo>
                      <a:pt x="173769" y="199771"/>
                    </a:lnTo>
                    <a:cubicBezTo>
                      <a:pt x="171737" y="199771"/>
                      <a:pt x="169832" y="199009"/>
                      <a:pt x="168435" y="197485"/>
                    </a:cubicBezTo>
                    <a:lnTo>
                      <a:pt x="153321" y="182372"/>
                    </a:lnTo>
                    <a:lnTo>
                      <a:pt x="158655" y="177038"/>
                    </a:lnTo>
                    <a:lnTo>
                      <a:pt x="158655" y="184658"/>
                    </a:lnTo>
                    <a:lnTo>
                      <a:pt x="143542" y="184658"/>
                    </a:lnTo>
                    <a:cubicBezTo>
                      <a:pt x="141510" y="184658"/>
                      <a:pt x="139605" y="183896"/>
                      <a:pt x="138208" y="182372"/>
                    </a:cubicBezTo>
                    <a:lnTo>
                      <a:pt x="123095" y="167259"/>
                    </a:lnTo>
                    <a:lnTo>
                      <a:pt x="128429" y="161925"/>
                    </a:lnTo>
                    <a:lnTo>
                      <a:pt x="128429" y="169545"/>
                    </a:lnTo>
                    <a:lnTo>
                      <a:pt x="83090" y="169545"/>
                    </a:lnTo>
                    <a:cubicBezTo>
                      <a:pt x="81058" y="169545"/>
                      <a:pt x="79153" y="168783"/>
                      <a:pt x="77756" y="167259"/>
                    </a:cubicBezTo>
                    <a:lnTo>
                      <a:pt x="62643" y="152146"/>
                    </a:lnTo>
                    <a:lnTo>
                      <a:pt x="67977" y="146812"/>
                    </a:lnTo>
                    <a:lnTo>
                      <a:pt x="67977" y="154432"/>
                    </a:lnTo>
                    <a:lnTo>
                      <a:pt x="52991" y="154432"/>
                    </a:lnTo>
                    <a:cubicBezTo>
                      <a:pt x="50959" y="154432"/>
                      <a:pt x="49054" y="153670"/>
                      <a:pt x="47657" y="152146"/>
                    </a:cubicBezTo>
                    <a:lnTo>
                      <a:pt x="32417" y="137160"/>
                    </a:lnTo>
                    <a:cubicBezTo>
                      <a:pt x="31020" y="135763"/>
                      <a:pt x="30131" y="133731"/>
                      <a:pt x="30131" y="131826"/>
                    </a:cubicBezTo>
                    <a:lnTo>
                      <a:pt x="30131" y="86360"/>
                    </a:lnTo>
                    <a:lnTo>
                      <a:pt x="37751" y="86360"/>
                    </a:lnTo>
                    <a:lnTo>
                      <a:pt x="32417" y="91694"/>
                    </a:lnTo>
                    <a:lnTo>
                      <a:pt x="2191" y="61468"/>
                    </a:lnTo>
                    <a:cubicBezTo>
                      <a:pt x="-730" y="58547"/>
                      <a:pt x="-730" y="53721"/>
                      <a:pt x="2191" y="50673"/>
                    </a:cubicBezTo>
                    <a:lnTo>
                      <a:pt x="17304" y="35560"/>
                    </a:lnTo>
                    <a:cubicBezTo>
                      <a:pt x="18701" y="34163"/>
                      <a:pt x="20733" y="33274"/>
                      <a:pt x="22638" y="33274"/>
                    </a:cubicBezTo>
                    <a:lnTo>
                      <a:pt x="37751" y="33274"/>
                    </a:lnTo>
                    <a:lnTo>
                      <a:pt x="37751" y="40894"/>
                    </a:lnTo>
                    <a:lnTo>
                      <a:pt x="32417" y="35560"/>
                    </a:lnTo>
                    <a:lnTo>
                      <a:pt x="47530" y="20447"/>
                    </a:lnTo>
                    <a:cubicBezTo>
                      <a:pt x="48927" y="19050"/>
                      <a:pt x="50959" y="18161"/>
                      <a:pt x="52864" y="18161"/>
                    </a:cubicBezTo>
                    <a:lnTo>
                      <a:pt x="67977" y="18161"/>
                    </a:lnTo>
                    <a:lnTo>
                      <a:pt x="67977" y="25781"/>
                    </a:lnTo>
                    <a:lnTo>
                      <a:pt x="62643" y="20447"/>
                    </a:lnTo>
                    <a:lnTo>
                      <a:pt x="77756" y="5334"/>
                    </a:lnTo>
                    <a:lnTo>
                      <a:pt x="83090" y="0"/>
                    </a:lnTo>
                    <a:lnTo>
                      <a:pt x="93885" y="10795"/>
                    </a:lnTo>
                    <a:close/>
                  </a:path>
                </a:pathLst>
              </a:custGeom>
              <a:solidFill>
                <a:srgbClr val="FFFF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0" name="Freeform 60"/>
              <p:cNvSpPr/>
              <p:nvPr/>
            </p:nvSpPr>
            <p:spPr>
              <a:xfrm>
                <a:off x="366143" y="248538"/>
                <a:ext cx="165101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1" h="165100">
                    <a:moveTo>
                      <a:pt x="0" y="165100"/>
                    </a:moveTo>
                    <a:lnTo>
                      <a:pt x="165101" y="0"/>
                    </a:lnTo>
                    <a:moveTo>
                      <a:pt x="0" y="0"/>
                    </a:moveTo>
                    <a:lnTo>
                      <a:pt x="165101" y="165100"/>
                    </a:lnTo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1" name="Freeform 61"/>
              <p:cNvSpPr/>
              <p:nvPr/>
            </p:nvSpPr>
            <p:spPr>
              <a:xfrm>
                <a:off x="352681" y="235076"/>
                <a:ext cx="218949" cy="218948"/>
              </a:xfrm>
              <a:custGeom>
                <a:avLst/>
                <a:gdLst/>
                <a:ahLst/>
                <a:cxnLst/>
                <a:rect l="l" t="t" r="r" b="b"/>
                <a:pathLst>
                  <a:path w="218949" h="218948">
                    <a:moveTo>
                      <a:pt x="0" y="165100"/>
                    </a:moveTo>
                    <a:lnTo>
                      <a:pt x="165101" y="0"/>
                    </a:lnTo>
                    <a:lnTo>
                      <a:pt x="192025" y="26924"/>
                    </a:lnTo>
                    <a:lnTo>
                      <a:pt x="26924" y="192024"/>
                    </a:lnTo>
                    <a:close/>
                    <a:moveTo>
                      <a:pt x="53848" y="26924"/>
                    </a:moveTo>
                    <a:lnTo>
                      <a:pt x="218949" y="192024"/>
                    </a:lnTo>
                    <a:lnTo>
                      <a:pt x="192025" y="218948"/>
                    </a:lnTo>
                    <a:lnTo>
                      <a:pt x="26924" y="53848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2" name="Freeform 62"/>
              <p:cNvSpPr/>
              <p:nvPr/>
            </p:nvSpPr>
            <p:spPr>
              <a:xfrm>
                <a:off x="169800" y="323976"/>
                <a:ext cx="165101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1" h="165100">
                    <a:moveTo>
                      <a:pt x="0" y="82550"/>
                    </a:moveTo>
                    <a:lnTo>
                      <a:pt x="165101" y="82550"/>
                    </a:lnTo>
                    <a:moveTo>
                      <a:pt x="82551" y="165100"/>
                    </a:moveTo>
                    <a:lnTo>
                      <a:pt x="82551" y="0"/>
                    </a:lnTo>
                  </a:path>
                </a:pathLst>
              </a:custGeom>
              <a:solidFill>
                <a:srgbClr val="00FF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63" name="Freeform 63"/>
              <p:cNvSpPr/>
              <p:nvPr/>
            </p:nvSpPr>
            <p:spPr>
              <a:xfrm>
                <a:off x="169800" y="362076"/>
                <a:ext cx="165101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65101" h="165100">
                    <a:moveTo>
                      <a:pt x="0" y="25400"/>
                    </a:moveTo>
                    <a:lnTo>
                      <a:pt x="165101" y="25400"/>
                    </a:lnTo>
                    <a:lnTo>
                      <a:pt x="165101" y="63500"/>
                    </a:lnTo>
                    <a:lnTo>
                      <a:pt x="0" y="63500"/>
                    </a:lnTo>
                    <a:close/>
                    <a:moveTo>
                      <a:pt x="63500" y="165100"/>
                    </a:moveTo>
                    <a:lnTo>
                      <a:pt x="63500" y="0"/>
                    </a:lnTo>
                    <a:lnTo>
                      <a:pt x="101601" y="0"/>
                    </a:lnTo>
                    <a:lnTo>
                      <a:pt x="101601" y="165100"/>
                    </a:lnTo>
                    <a:close/>
                  </a:path>
                </a:pathLst>
              </a:custGeom>
              <a:solidFill>
                <a:srgbClr val="00FF00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64" name="TextBox 64"/>
            <p:cNvSpPr txBox="1"/>
            <p:nvPr/>
          </p:nvSpPr>
          <p:spPr>
            <a:xfrm>
              <a:off x="999203" y="-19050"/>
              <a:ext cx="857288" cy="171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7"/>
                </a:lnSpc>
              </a:pPr>
              <a:r>
                <a:rPr lang="en-US" sz="755" b="1">
                  <a:solidFill>
                    <a:srgbClr val="008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TARGET HIT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049156" y="-19050"/>
              <a:ext cx="857288" cy="171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7"/>
                </a:lnSpc>
              </a:pPr>
              <a:r>
                <a:rPr lang="en-US" sz="755" b="1">
                  <a:solidFill>
                    <a:srgbClr val="008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TARGET HIT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991537" y="-19050"/>
              <a:ext cx="1076659" cy="171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7"/>
                </a:lnSpc>
              </a:pPr>
              <a:r>
                <a:rPr lang="en-US" sz="755" b="1">
                  <a:solidFill>
                    <a:srgbClr val="FFA5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OTHER OBJECT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041490" y="-19050"/>
              <a:ext cx="1076659" cy="171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7"/>
                </a:lnSpc>
              </a:pPr>
              <a:r>
                <a:rPr lang="en-US" sz="755" b="1">
                  <a:solidFill>
                    <a:srgbClr val="FFA5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OTHER OBJECT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3442619" y="-19050"/>
              <a:ext cx="360344" cy="171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7"/>
                </a:lnSpc>
              </a:pPr>
              <a:r>
                <a:rPr lang="en-US" sz="755" b="1">
                  <a:solidFill>
                    <a:srgbClr val="FF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MISS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6492572" y="-19050"/>
              <a:ext cx="360344" cy="171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7"/>
                </a:lnSpc>
              </a:pPr>
              <a:r>
                <a:rPr lang="en-US" sz="755" b="1">
                  <a:solidFill>
                    <a:srgbClr val="FF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MISS</a:t>
              </a:r>
            </a:p>
          </p:txBody>
        </p:sp>
      </p:grpSp>
      <p:sp>
        <p:nvSpPr>
          <p:cNvPr id="70" name="Freeform 70"/>
          <p:cNvSpPr/>
          <p:nvPr/>
        </p:nvSpPr>
        <p:spPr>
          <a:xfrm>
            <a:off x="8688915" y="1695030"/>
            <a:ext cx="8308885" cy="4324082"/>
          </a:xfrm>
          <a:custGeom>
            <a:avLst/>
            <a:gdLst/>
            <a:ahLst/>
            <a:cxnLst/>
            <a:rect l="l" t="t" r="r" b="b"/>
            <a:pathLst>
              <a:path w="8308885" h="4324082">
                <a:moveTo>
                  <a:pt x="0" y="0"/>
                </a:moveTo>
                <a:lnTo>
                  <a:pt x="8308885" y="0"/>
                </a:lnTo>
                <a:lnTo>
                  <a:pt x="8308885" y="4324082"/>
                </a:lnTo>
                <a:lnTo>
                  <a:pt x="0" y="432408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1" name="TextBox 71"/>
          <p:cNvSpPr txBox="1"/>
          <p:nvPr/>
        </p:nvSpPr>
        <p:spPr>
          <a:xfrm>
            <a:off x="1173134" y="1666455"/>
            <a:ext cx="7970866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GRASP SUCCESS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848193" y="4832006"/>
            <a:ext cx="9969782" cy="4426294"/>
            <a:chOff x="0" y="0"/>
            <a:chExt cx="2625786" cy="1165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25786" cy="1165773"/>
            </a:xfrm>
            <a:custGeom>
              <a:avLst/>
              <a:gdLst/>
              <a:ahLst/>
              <a:cxnLst/>
              <a:rect l="l" t="t" r="r" b="b"/>
              <a:pathLst>
                <a:path w="2625786" h="1165773">
                  <a:moveTo>
                    <a:pt x="0" y="0"/>
                  </a:moveTo>
                  <a:lnTo>
                    <a:pt x="2625786" y="0"/>
                  </a:lnTo>
                  <a:lnTo>
                    <a:pt x="2625786" y="1165773"/>
                  </a:lnTo>
                  <a:lnTo>
                    <a:pt x="0" y="1165773"/>
                  </a:lnTo>
                  <a:close/>
                </a:path>
              </a:pathLst>
            </a:custGeom>
            <a:solidFill>
              <a:srgbClr val="78908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25786" cy="1203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165931" y="4832006"/>
            <a:ext cx="9970308" cy="4426294"/>
            <a:chOff x="0" y="0"/>
            <a:chExt cx="2625925" cy="11657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25925" cy="1165773"/>
            </a:xfrm>
            <a:custGeom>
              <a:avLst/>
              <a:gdLst/>
              <a:ahLst/>
              <a:cxnLst/>
              <a:rect l="l" t="t" r="r" b="b"/>
              <a:pathLst>
                <a:path w="2625925" h="1165773">
                  <a:moveTo>
                    <a:pt x="0" y="0"/>
                  </a:moveTo>
                  <a:lnTo>
                    <a:pt x="2625925" y="0"/>
                  </a:lnTo>
                  <a:lnTo>
                    <a:pt x="2625925" y="1165773"/>
                  </a:lnTo>
                  <a:lnTo>
                    <a:pt x="0" y="1165773"/>
                  </a:lnTo>
                  <a:close/>
                </a:path>
              </a:pathLst>
            </a:custGeom>
            <a:solidFill>
              <a:srgbClr val="78908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25925" cy="1203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06602" y="1028700"/>
            <a:ext cx="3889119" cy="564910"/>
            <a:chOff x="0" y="0"/>
            <a:chExt cx="1024295" cy="1487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679642" y="1028700"/>
            <a:ext cx="3889119" cy="564910"/>
            <a:chOff x="0" y="0"/>
            <a:chExt cx="1024295" cy="1487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4689090" y="4022554"/>
            <a:ext cx="8667115" cy="5783032"/>
          </a:xfrm>
          <a:custGeom>
            <a:avLst/>
            <a:gdLst/>
            <a:ahLst/>
            <a:cxnLst/>
            <a:rect l="l" t="t" r="r" b="b"/>
            <a:pathLst>
              <a:path w="8667115" h="5783032">
                <a:moveTo>
                  <a:pt x="0" y="0"/>
                </a:moveTo>
                <a:lnTo>
                  <a:pt x="8667115" y="0"/>
                </a:lnTo>
                <a:lnTo>
                  <a:pt x="8667115" y="5783032"/>
                </a:lnTo>
                <a:lnTo>
                  <a:pt x="0" y="5783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09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1075" y="2026241"/>
            <a:ext cx="17683144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FINDING: NATIVE VS COMPOSITE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87644" y="9258300"/>
            <a:ext cx="3889119" cy="2878214"/>
            <a:chOff x="0" y="0"/>
            <a:chExt cx="1024295" cy="758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295" cy="758048"/>
            </a:xfrm>
            <a:custGeom>
              <a:avLst/>
              <a:gdLst/>
              <a:ahLst/>
              <a:cxnLst/>
              <a:rect l="l" t="t" r="r" b="b"/>
              <a:pathLst>
                <a:path w="1024295" h="758048">
                  <a:moveTo>
                    <a:pt x="0" y="0"/>
                  </a:moveTo>
                  <a:lnTo>
                    <a:pt x="1024295" y="0"/>
                  </a:lnTo>
                  <a:lnTo>
                    <a:pt x="1024295" y="758048"/>
                  </a:lnTo>
                  <a:lnTo>
                    <a:pt x="0" y="75804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4295" cy="7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15860" y="-1849514"/>
            <a:ext cx="3889119" cy="2878214"/>
            <a:chOff x="0" y="0"/>
            <a:chExt cx="1024295" cy="758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758048"/>
            </a:xfrm>
            <a:custGeom>
              <a:avLst/>
              <a:gdLst/>
              <a:ahLst/>
              <a:cxnLst/>
              <a:rect l="l" t="t" r="r" b="b"/>
              <a:pathLst>
                <a:path w="1024295" h="758048">
                  <a:moveTo>
                    <a:pt x="0" y="0"/>
                  </a:moveTo>
                  <a:lnTo>
                    <a:pt x="1024295" y="0"/>
                  </a:lnTo>
                  <a:lnTo>
                    <a:pt x="1024295" y="758048"/>
                  </a:lnTo>
                  <a:lnTo>
                    <a:pt x="0" y="758048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7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9047769"/>
            <a:ext cx="267923" cy="2902305"/>
            <a:chOff x="0" y="0"/>
            <a:chExt cx="89965" cy="9745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60864" y="2812299"/>
            <a:ext cx="16898436" cy="5236836"/>
            <a:chOff x="0" y="0"/>
            <a:chExt cx="22531248" cy="6982447"/>
          </a:xfrm>
        </p:grpSpPr>
        <p:grpSp>
          <p:nvGrpSpPr>
            <p:cNvPr id="12" name="Group 12"/>
            <p:cNvGrpSpPr/>
            <p:nvPr/>
          </p:nvGrpSpPr>
          <p:grpSpPr>
            <a:xfrm>
              <a:off x="21646831" y="2745581"/>
              <a:ext cx="343650" cy="3722620"/>
              <a:chOff x="0" y="0"/>
              <a:chExt cx="89965" cy="97455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9965" cy="974558"/>
              </a:xfrm>
              <a:custGeom>
                <a:avLst/>
                <a:gdLst/>
                <a:ahLst/>
                <a:cxnLst/>
                <a:rect l="l" t="t" r="r" b="b"/>
                <a:pathLst>
                  <a:path w="89965" h="974558">
                    <a:moveTo>
                      <a:pt x="0" y="0"/>
                    </a:moveTo>
                    <a:lnTo>
                      <a:pt x="89965" y="0"/>
                    </a:lnTo>
                    <a:lnTo>
                      <a:pt x="89965" y="974558"/>
                    </a:lnTo>
                    <a:lnTo>
                      <a:pt x="0" y="974558"/>
                    </a:lnTo>
                    <a:close/>
                  </a:path>
                </a:pathLst>
              </a:custGeom>
              <a:solidFill>
                <a:srgbClr val="88F8B5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89965" cy="10126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695566" y="168561"/>
              <a:ext cx="7057140" cy="6304159"/>
            </a:xfrm>
            <a:custGeom>
              <a:avLst/>
              <a:gdLst/>
              <a:ahLst/>
              <a:cxnLst/>
              <a:rect l="l" t="t" r="r" b="b"/>
              <a:pathLst>
                <a:path w="7057140" h="6304159">
                  <a:moveTo>
                    <a:pt x="0" y="0"/>
                  </a:moveTo>
                  <a:lnTo>
                    <a:pt x="7057139" y="0"/>
                  </a:lnTo>
                  <a:lnTo>
                    <a:pt x="7057139" y="6304159"/>
                  </a:lnTo>
                  <a:lnTo>
                    <a:pt x="0" y="6304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8451124" y="168561"/>
              <a:ext cx="7057140" cy="6304159"/>
            </a:xfrm>
            <a:custGeom>
              <a:avLst/>
              <a:gdLst/>
              <a:ahLst/>
              <a:cxnLst/>
              <a:rect l="l" t="t" r="r" b="b"/>
              <a:pathLst>
                <a:path w="7057140" h="6304159">
                  <a:moveTo>
                    <a:pt x="0" y="0"/>
                  </a:moveTo>
                  <a:lnTo>
                    <a:pt x="7057139" y="0"/>
                  </a:lnTo>
                  <a:lnTo>
                    <a:pt x="7057139" y="6304159"/>
                  </a:lnTo>
                  <a:lnTo>
                    <a:pt x="0" y="6304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6066801" y="295601"/>
              <a:ext cx="2803193" cy="2803455"/>
              <a:chOff x="0" y="0"/>
              <a:chExt cx="2314994" cy="231521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314956" cy="2315210"/>
              </a:xfrm>
              <a:custGeom>
                <a:avLst/>
                <a:gdLst/>
                <a:ahLst/>
                <a:cxnLst/>
                <a:rect l="l" t="t" r="r" b="b"/>
                <a:pathLst>
                  <a:path w="2314956" h="2315210">
                    <a:moveTo>
                      <a:pt x="0" y="0"/>
                    </a:moveTo>
                    <a:lnTo>
                      <a:pt x="2314956" y="0"/>
                    </a:lnTo>
                    <a:lnTo>
                      <a:pt x="2314956" y="2315210"/>
                    </a:lnTo>
                    <a:lnTo>
                      <a:pt x="0" y="231521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-64" r="-1" b="-54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9728055" y="295601"/>
              <a:ext cx="2803193" cy="2803455"/>
              <a:chOff x="0" y="0"/>
              <a:chExt cx="2314994" cy="231521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314956" cy="2315210"/>
              </a:xfrm>
              <a:custGeom>
                <a:avLst/>
                <a:gdLst/>
                <a:ahLst/>
                <a:cxnLst/>
                <a:rect l="l" t="t" r="r" b="b"/>
                <a:pathLst>
                  <a:path w="2314956" h="2315210">
                    <a:moveTo>
                      <a:pt x="0" y="0"/>
                    </a:moveTo>
                    <a:lnTo>
                      <a:pt x="2314956" y="0"/>
                    </a:lnTo>
                    <a:lnTo>
                      <a:pt x="2314956" y="2315210"/>
                    </a:lnTo>
                    <a:lnTo>
                      <a:pt x="0" y="231521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l="-64" r="-1" b="-54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6066801" y="3617302"/>
              <a:ext cx="2803193" cy="2803455"/>
              <a:chOff x="0" y="0"/>
              <a:chExt cx="2314994" cy="231521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314956" cy="2315210"/>
              </a:xfrm>
              <a:custGeom>
                <a:avLst/>
                <a:gdLst/>
                <a:ahLst/>
                <a:cxnLst/>
                <a:rect l="l" t="t" r="r" b="b"/>
                <a:pathLst>
                  <a:path w="2314956" h="2315210">
                    <a:moveTo>
                      <a:pt x="0" y="0"/>
                    </a:moveTo>
                    <a:lnTo>
                      <a:pt x="2314956" y="0"/>
                    </a:lnTo>
                    <a:lnTo>
                      <a:pt x="2314956" y="2315210"/>
                    </a:lnTo>
                    <a:lnTo>
                      <a:pt x="0" y="231521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64" r="-1" b="-54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9728055" y="3617302"/>
              <a:ext cx="2803193" cy="2803455"/>
              <a:chOff x="0" y="0"/>
              <a:chExt cx="2314994" cy="231521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314956" cy="2315210"/>
              </a:xfrm>
              <a:custGeom>
                <a:avLst/>
                <a:gdLst/>
                <a:ahLst/>
                <a:cxnLst/>
                <a:rect l="l" t="t" r="r" b="b"/>
                <a:pathLst>
                  <a:path w="2314956" h="2315210">
                    <a:moveTo>
                      <a:pt x="0" y="0"/>
                    </a:moveTo>
                    <a:lnTo>
                      <a:pt x="2314956" y="0"/>
                    </a:lnTo>
                    <a:lnTo>
                      <a:pt x="2314956" y="2315210"/>
                    </a:lnTo>
                    <a:lnTo>
                      <a:pt x="0" y="231521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64" r="-1" b="-54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270111" y="1089762"/>
              <a:ext cx="465284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0.04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0111" y="2367602"/>
              <a:ext cx="465284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70111" y="3645442"/>
              <a:ext cx="465284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70111" y="4923282"/>
              <a:ext cx="465284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0.01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70111" y="6201123"/>
              <a:ext cx="465284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0.00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4659" y="6422554"/>
              <a:ext cx="133022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91928" y="6422554"/>
              <a:ext cx="265967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10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244386" y="6422554"/>
              <a:ext cx="265967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20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96844" y="6422554"/>
              <a:ext cx="332478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30 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49301" y="6422554"/>
              <a:ext cx="332478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40 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01759" y="6422554"/>
              <a:ext cx="332478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50 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54217" y="6422554"/>
              <a:ext cx="265967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60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49530" y="6709620"/>
              <a:ext cx="2461012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Angular Error (degrees)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306883" y="-28575"/>
              <a:ext cx="3975831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Surface Normal Error Distribution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06674" y="6422554"/>
              <a:ext cx="265967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70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759132" y="6422554"/>
              <a:ext cx="265967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80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11590" y="6422554"/>
              <a:ext cx="265967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90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156061" y="455578"/>
              <a:ext cx="332339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1.0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156061" y="1549956"/>
              <a:ext cx="332339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156061" y="2644349"/>
              <a:ext cx="332339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156061" y="3738742"/>
              <a:ext cx="332339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156061" y="4833135"/>
              <a:ext cx="332339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156061" y="5927528"/>
              <a:ext cx="332339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60217" y="6422554"/>
              <a:ext cx="133022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623715" y="6422554"/>
              <a:ext cx="265967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10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752402" y="6422554"/>
              <a:ext cx="332478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20 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881088" y="6422554"/>
              <a:ext cx="332478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30 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3009775" y="6422554"/>
              <a:ext cx="265967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40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805088" y="6709620"/>
              <a:ext cx="2461012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Angular Error (degrees)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500568" y="-28575"/>
              <a:ext cx="3082416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Threshold-Accuracy Curve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4138461" y="6422554"/>
              <a:ext cx="265967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50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5267148" y="6422554"/>
              <a:ext cx="265967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60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 rot="-5400000">
              <a:off x="-289842" y="3152462"/>
              <a:ext cx="795363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Density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 rot="-5400000">
              <a:off x="6838790" y="3152370"/>
              <a:ext cx="2340293" cy="2728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95"/>
                </a:lnSpc>
              </a:pPr>
              <a:r>
                <a:rPr lang="en-US" sz="121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Cumulative Proportion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645947" y="386299"/>
              <a:ext cx="1904488" cy="199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86"/>
                </a:lnSpc>
              </a:pPr>
              <a:r>
                <a:rPr lang="en-US" sz="847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square-plastic-bottle-train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787560" y="5563458"/>
              <a:ext cx="1510528" cy="6396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71"/>
                </a:lnSpc>
              </a:pPr>
              <a:r>
                <a:rPr lang="en-US" sz="847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square-plastic-bottle 11.25°</a:t>
              </a:r>
            </a:p>
            <a:p>
              <a:pPr algn="l">
                <a:lnSpc>
                  <a:spcPts val="1271"/>
                </a:lnSpc>
              </a:pPr>
              <a:r>
                <a:rPr lang="en-US" sz="847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22.5°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7157888" y="54468"/>
              <a:ext cx="635552" cy="175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17"/>
                </a:lnSpc>
              </a:pPr>
              <a:r>
                <a:rPr lang="en-US" sz="726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Input RGB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7058252" y="3376169"/>
              <a:ext cx="838591" cy="175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17"/>
                </a:lnSpc>
              </a:pPr>
              <a:r>
                <a:rPr lang="en-US" sz="726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Pred Normals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0815774" y="3376169"/>
              <a:ext cx="642303" cy="175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17"/>
                </a:lnSpc>
              </a:pPr>
              <a:r>
                <a:rPr lang="en-US" sz="726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Pred Mask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0773330" y="54468"/>
              <a:ext cx="728837" cy="1751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17"/>
                </a:lnSpc>
              </a:pPr>
              <a:r>
                <a:rPr lang="en-US" sz="726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GT Normals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4404104" y="1406535"/>
            <a:ext cx="9479791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PERCEPTION RESULTS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87644" y="9258300"/>
            <a:ext cx="3889119" cy="2878214"/>
            <a:chOff x="0" y="0"/>
            <a:chExt cx="1024295" cy="7580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295" cy="758048"/>
            </a:xfrm>
            <a:custGeom>
              <a:avLst/>
              <a:gdLst/>
              <a:ahLst/>
              <a:cxnLst/>
              <a:rect l="l" t="t" r="r" b="b"/>
              <a:pathLst>
                <a:path w="1024295" h="758048">
                  <a:moveTo>
                    <a:pt x="0" y="0"/>
                  </a:moveTo>
                  <a:lnTo>
                    <a:pt x="1024295" y="0"/>
                  </a:lnTo>
                  <a:lnTo>
                    <a:pt x="1024295" y="758048"/>
                  </a:lnTo>
                  <a:lnTo>
                    <a:pt x="0" y="75804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4295" cy="7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915860" y="-1849514"/>
            <a:ext cx="3889119" cy="2878214"/>
            <a:chOff x="0" y="0"/>
            <a:chExt cx="1024295" cy="7580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758048"/>
            </a:xfrm>
            <a:custGeom>
              <a:avLst/>
              <a:gdLst/>
              <a:ahLst/>
              <a:cxnLst/>
              <a:rect l="l" t="t" r="r" b="b"/>
              <a:pathLst>
                <a:path w="1024295" h="758048">
                  <a:moveTo>
                    <a:pt x="0" y="0"/>
                  </a:moveTo>
                  <a:lnTo>
                    <a:pt x="1024295" y="0"/>
                  </a:lnTo>
                  <a:lnTo>
                    <a:pt x="1024295" y="758048"/>
                  </a:lnTo>
                  <a:lnTo>
                    <a:pt x="0" y="758048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7961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9047769"/>
            <a:ext cx="267923" cy="2902305"/>
            <a:chOff x="0" y="0"/>
            <a:chExt cx="89965" cy="9745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500843" y="2812299"/>
            <a:ext cx="13286315" cy="5674363"/>
          </a:xfrm>
          <a:custGeom>
            <a:avLst/>
            <a:gdLst/>
            <a:ahLst/>
            <a:cxnLst/>
            <a:rect l="l" t="t" r="r" b="b"/>
            <a:pathLst>
              <a:path w="13286315" h="5674363">
                <a:moveTo>
                  <a:pt x="0" y="0"/>
                </a:moveTo>
                <a:lnTo>
                  <a:pt x="13286314" y="0"/>
                </a:lnTo>
                <a:lnTo>
                  <a:pt x="13286314" y="5674363"/>
                </a:lnTo>
                <a:lnTo>
                  <a:pt x="0" y="56743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4404104" y="1406535"/>
            <a:ext cx="9479791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PERCEPTION RESULTS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06602" y="1028700"/>
            <a:ext cx="3889119" cy="564910"/>
            <a:chOff x="0" y="0"/>
            <a:chExt cx="1024295" cy="1487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679642" y="1028700"/>
            <a:ext cx="3889119" cy="564910"/>
            <a:chOff x="0" y="0"/>
            <a:chExt cx="1024295" cy="1487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47857" y="3166604"/>
            <a:ext cx="14005007" cy="6450015"/>
            <a:chOff x="0" y="0"/>
            <a:chExt cx="18673343" cy="8600020"/>
          </a:xfrm>
        </p:grpSpPr>
        <p:sp>
          <p:nvSpPr>
            <p:cNvPr id="9" name="Freeform 9"/>
            <p:cNvSpPr/>
            <p:nvPr/>
          </p:nvSpPr>
          <p:spPr>
            <a:xfrm>
              <a:off x="4780866" y="1447028"/>
              <a:ext cx="747637" cy="739884"/>
            </a:xfrm>
            <a:custGeom>
              <a:avLst/>
              <a:gdLst/>
              <a:ahLst/>
              <a:cxnLst/>
              <a:rect l="l" t="t" r="r" b="b"/>
              <a:pathLst>
                <a:path w="747637" h="739884">
                  <a:moveTo>
                    <a:pt x="0" y="0"/>
                  </a:moveTo>
                  <a:lnTo>
                    <a:pt x="747637" y="0"/>
                  </a:lnTo>
                  <a:lnTo>
                    <a:pt x="747637" y="739884"/>
                  </a:lnTo>
                  <a:lnTo>
                    <a:pt x="0" y="739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7822236" y="1447028"/>
              <a:ext cx="747637" cy="739884"/>
            </a:xfrm>
            <a:custGeom>
              <a:avLst/>
              <a:gdLst/>
              <a:ahLst/>
              <a:cxnLst/>
              <a:rect l="l" t="t" r="r" b="b"/>
              <a:pathLst>
                <a:path w="747637" h="739884">
                  <a:moveTo>
                    <a:pt x="0" y="0"/>
                  </a:moveTo>
                  <a:lnTo>
                    <a:pt x="747637" y="0"/>
                  </a:lnTo>
                  <a:lnTo>
                    <a:pt x="747637" y="739884"/>
                  </a:lnTo>
                  <a:lnTo>
                    <a:pt x="0" y="739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863606" y="1447028"/>
              <a:ext cx="747637" cy="739884"/>
            </a:xfrm>
            <a:custGeom>
              <a:avLst/>
              <a:gdLst/>
              <a:ahLst/>
              <a:cxnLst/>
              <a:rect l="l" t="t" r="r" b="b"/>
              <a:pathLst>
                <a:path w="747637" h="739884">
                  <a:moveTo>
                    <a:pt x="0" y="0"/>
                  </a:moveTo>
                  <a:lnTo>
                    <a:pt x="747637" y="0"/>
                  </a:lnTo>
                  <a:lnTo>
                    <a:pt x="747637" y="739884"/>
                  </a:lnTo>
                  <a:lnTo>
                    <a:pt x="0" y="739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3904977" y="1447028"/>
              <a:ext cx="747637" cy="739884"/>
            </a:xfrm>
            <a:custGeom>
              <a:avLst/>
              <a:gdLst/>
              <a:ahLst/>
              <a:cxnLst/>
              <a:rect l="l" t="t" r="r" b="b"/>
              <a:pathLst>
                <a:path w="747637" h="739884">
                  <a:moveTo>
                    <a:pt x="0" y="0"/>
                  </a:moveTo>
                  <a:lnTo>
                    <a:pt x="747637" y="0"/>
                  </a:lnTo>
                  <a:lnTo>
                    <a:pt x="747637" y="739884"/>
                  </a:lnTo>
                  <a:lnTo>
                    <a:pt x="0" y="739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715238" y="813842"/>
              <a:ext cx="2643280" cy="1486861"/>
              <a:chOff x="0" y="0"/>
              <a:chExt cx="2238540" cy="125919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2238502" cy="1259205"/>
              </a:xfrm>
              <a:custGeom>
                <a:avLst/>
                <a:gdLst/>
                <a:ahLst/>
                <a:cxnLst/>
                <a:rect l="l" t="t" r="r" b="b"/>
                <a:pathLst>
                  <a:path w="2238502" h="1259205">
                    <a:moveTo>
                      <a:pt x="0" y="0"/>
                    </a:moveTo>
                    <a:lnTo>
                      <a:pt x="2238502" y="0"/>
                    </a:lnTo>
                    <a:lnTo>
                      <a:pt x="2238502" y="1259205"/>
                    </a:lnTo>
                    <a:lnTo>
                      <a:pt x="0" y="125920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r="-34" b="-50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3755213" y="813842"/>
              <a:ext cx="2644675" cy="1486861"/>
              <a:chOff x="0" y="0"/>
              <a:chExt cx="2239721" cy="1259192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2239772" cy="1259205"/>
              </a:xfrm>
              <a:custGeom>
                <a:avLst/>
                <a:gdLst/>
                <a:ahLst/>
                <a:cxnLst/>
                <a:rect l="l" t="t" r="r" b="b"/>
                <a:pathLst>
                  <a:path w="2239772" h="1259205">
                    <a:moveTo>
                      <a:pt x="0" y="0"/>
                    </a:moveTo>
                    <a:lnTo>
                      <a:pt x="2239772" y="0"/>
                    </a:lnTo>
                    <a:lnTo>
                      <a:pt x="2239772" y="1259205"/>
                    </a:lnTo>
                    <a:lnTo>
                      <a:pt x="0" y="125920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-88" r="-70" b="-50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796584" y="813842"/>
              <a:ext cx="2642861" cy="1486861"/>
              <a:chOff x="0" y="0"/>
              <a:chExt cx="2238184" cy="125919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238121" cy="1259205"/>
              </a:xfrm>
              <a:custGeom>
                <a:avLst/>
                <a:gdLst/>
                <a:ahLst/>
                <a:cxnLst/>
                <a:rect l="l" t="t" r="r" b="b"/>
                <a:pathLst>
                  <a:path w="2238121" h="1259205">
                    <a:moveTo>
                      <a:pt x="0" y="0"/>
                    </a:moveTo>
                    <a:lnTo>
                      <a:pt x="2238121" y="0"/>
                    </a:lnTo>
                    <a:lnTo>
                      <a:pt x="2238121" y="1259205"/>
                    </a:lnTo>
                    <a:lnTo>
                      <a:pt x="0" y="125920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48" r="-2" b="-50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9837954" y="813842"/>
              <a:ext cx="2643925" cy="1486861"/>
              <a:chOff x="0" y="0"/>
              <a:chExt cx="2239086" cy="125919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2239137" cy="1259205"/>
              </a:xfrm>
              <a:custGeom>
                <a:avLst/>
                <a:gdLst/>
                <a:ahLst/>
                <a:cxnLst/>
                <a:rect l="l" t="t" r="r" b="b"/>
                <a:pathLst>
                  <a:path w="2239137" h="1259205">
                    <a:moveTo>
                      <a:pt x="0" y="0"/>
                    </a:moveTo>
                    <a:lnTo>
                      <a:pt x="2239137" y="0"/>
                    </a:lnTo>
                    <a:lnTo>
                      <a:pt x="2239137" y="1259205"/>
                    </a:lnTo>
                    <a:lnTo>
                      <a:pt x="0" y="125920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-7" r="2" b="-50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12880179" y="813842"/>
              <a:ext cx="2643820" cy="1486861"/>
              <a:chOff x="0" y="0"/>
              <a:chExt cx="2238997" cy="125919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2239010" cy="1259205"/>
              </a:xfrm>
              <a:custGeom>
                <a:avLst/>
                <a:gdLst/>
                <a:ahLst/>
                <a:cxnLst/>
                <a:rect l="l" t="t" r="r" b="b"/>
                <a:pathLst>
                  <a:path w="2239010" h="1259205">
                    <a:moveTo>
                      <a:pt x="0" y="0"/>
                    </a:moveTo>
                    <a:lnTo>
                      <a:pt x="2239010" y="0"/>
                    </a:lnTo>
                    <a:lnTo>
                      <a:pt x="2239010" y="1259205"/>
                    </a:lnTo>
                    <a:lnTo>
                      <a:pt x="0" y="125920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r="-11" b="-50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5922614" y="813842"/>
              <a:ext cx="2642756" cy="1486861"/>
              <a:chOff x="0" y="0"/>
              <a:chExt cx="2238096" cy="125919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238121" cy="1259205"/>
              </a:xfrm>
              <a:custGeom>
                <a:avLst/>
                <a:gdLst/>
                <a:ahLst/>
                <a:cxnLst/>
                <a:rect l="l" t="t" r="r" b="b"/>
                <a:pathLst>
                  <a:path w="2238121" h="1259205">
                    <a:moveTo>
                      <a:pt x="0" y="0"/>
                    </a:moveTo>
                    <a:lnTo>
                      <a:pt x="2238121" y="0"/>
                    </a:lnTo>
                    <a:lnTo>
                      <a:pt x="2238121" y="1259205"/>
                    </a:lnTo>
                    <a:lnTo>
                      <a:pt x="0" y="125920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r="-51" b="-50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5" name="Freeform 25"/>
            <p:cNvSpPr/>
            <p:nvPr/>
          </p:nvSpPr>
          <p:spPr>
            <a:xfrm>
              <a:off x="543891" y="4434232"/>
              <a:ext cx="9005341" cy="3790072"/>
            </a:xfrm>
            <a:custGeom>
              <a:avLst/>
              <a:gdLst/>
              <a:ahLst/>
              <a:cxnLst/>
              <a:rect l="l" t="t" r="r" b="b"/>
              <a:pathLst>
                <a:path w="9005341" h="3790072">
                  <a:moveTo>
                    <a:pt x="0" y="0"/>
                  </a:moveTo>
                  <a:lnTo>
                    <a:pt x="9005341" y="0"/>
                  </a:lnTo>
                  <a:lnTo>
                    <a:pt x="9005341" y="3790072"/>
                  </a:lnTo>
                  <a:lnTo>
                    <a:pt x="0" y="3790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16946347" y="1447028"/>
              <a:ext cx="747637" cy="739884"/>
            </a:xfrm>
            <a:custGeom>
              <a:avLst/>
              <a:gdLst/>
              <a:ahLst/>
              <a:cxnLst/>
              <a:rect l="l" t="t" r="r" b="b"/>
              <a:pathLst>
                <a:path w="747637" h="739884">
                  <a:moveTo>
                    <a:pt x="0" y="0"/>
                  </a:moveTo>
                  <a:lnTo>
                    <a:pt x="747637" y="0"/>
                  </a:lnTo>
                  <a:lnTo>
                    <a:pt x="747637" y="739884"/>
                  </a:lnTo>
                  <a:lnTo>
                    <a:pt x="0" y="7398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9668002" y="4434232"/>
              <a:ext cx="9005341" cy="3790072"/>
            </a:xfrm>
            <a:custGeom>
              <a:avLst/>
              <a:gdLst/>
              <a:ahLst/>
              <a:cxnLst/>
              <a:rect l="l" t="t" r="r" b="b"/>
              <a:pathLst>
                <a:path w="9005341" h="3790072">
                  <a:moveTo>
                    <a:pt x="0" y="0"/>
                  </a:moveTo>
                  <a:lnTo>
                    <a:pt x="9005341" y="0"/>
                  </a:lnTo>
                  <a:lnTo>
                    <a:pt x="9005341" y="3790072"/>
                  </a:lnTo>
                  <a:lnTo>
                    <a:pt x="0" y="3790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23551" y="187521"/>
              <a:ext cx="1044727" cy="242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87"/>
                </a:lnSpc>
              </a:pPr>
              <a:r>
                <a:rPr lang="en-US" sz="1062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RGB Input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04766" y="187521"/>
              <a:ext cx="963328" cy="2429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487"/>
                </a:lnSpc>
              </a:pPr>
              <a:r>
                <a:rPr lang="en-US" sz="1062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GT Depth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04882" y="-9405"/>
              <a:ext cx="1047562" cy="439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75"/>
                </a:lnSpc>
              </a:pPr>
              <a:r>
                <a:rPr lang="en-US" sz="1062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Corrupted (Sensor)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673905" y="-9405"/>
              <a:ext cx="991281" cy="4398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75"/>
                </a:lnSpc>
              </a:pPr>
              <a:r>
                <a:rPr lang="en-US" sz="1062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Inpainted (cv2)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533446" y="-9525"/>
              <a:ext cx="1362078" cy="439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76"/>
                </a:lnSpc>
              </a:pPr>
              <a:r>
                <a:rPr lang="en-US" sz="1062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Poisson</a:t>
              </a:r>
            </a:p>
            <a:p>
              <a:pPr algn="ctr">
                <a:lnSpc>
                  <a:spcPts val="1276"/>
                </a:lnSpc>
              </a:pPr>
              <a:r>
                <a:rPr lang="en-US" sz="1062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(GT Normals)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672127" y="-9525"/>
              <a:ext cx="1163587" cy="4399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276"/>
                </a:lnSpc>
              </a:pPr>
              <a:r>
                <a:rPr lang="en-US" sz="1062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Poisson (Predicted)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02530" y="8207956"/>
              <a:ext cx="820579" cy="392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3"/>
                </a:lnSpc>
              </a:pPr>
              <a:r>
                <a:rPr lang="en-US" sz="944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Raw Corrupted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541742" y="8207956"/>
              <a:ext cx="907722" cy="392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3"/>
                </a:lnSpc>
              </a:pPr>
              <a:r>
                <a:rPr lang="en-US" sz="944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cv2.inpaint Baseline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41274" y="8207956"/>
              <a:ext cx="1075500" cy="392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3"/>
                </a:lnSpc>
              </a:pPr>
              <a:r>
                <a:rPr lang="en-US" sz="944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Poisson</a:t>
              </a:r>
            </a:p>
            <a:p>
              <a:pPr algn="ctr">
                <a:lnSpc>
                  <a:spcPts val="1133"/>
                </a:lnSpc>
              </a:pPr>
              <a:r>
                <a:rPr lang="en-US" sz="944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(GT Normals)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12153" y="8207956"/>
              <a:ext cx="893760" cy="392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3"/>
                </a:lnSpc>
              </a:pPr>
              <a:r>
                <a:rPr lang="en-US" sz="944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Poisson (Predicted)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677878" y="5395753"/>
              <a:ext cx="799569" cy="21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22"/>
                </a:lnSpc>
              </a:pPr>
              <a:r>
                <a:rPr lang="en-US" sz="944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0.9297m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67576" y="8207956"/>
              <a:ext cx="820579" cy="392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3"/>
                </a:lnSpc>
              </a:pPr>
              <a:r>
                <a:rPr lang="en-US" sz="944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Raw Corrupted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765773" y="7528127"/>
              <a:ext cx="799569" cy="21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22"/>
                </a:lnSpc>
              </a:pPr>
              <a:r>
                <a:rPr lang="en-US" sz="944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0.1227m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712821" y="8207956"/>
              <a:ext cx="907722" cy="392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3"/>
                </a:lnSpc>
              </a:pPr>
              <a:r>
                <a:rPr lang="en-US" sz="944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cv2.inpaint Baseline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853668" y="7491806"/>
              <a:ext cx="799569" cy="21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22"/>
                </a:lnSpc>
              </a:pPr>
              <a:r>
                <a:rPr lang="en-US" sz="944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0.1364m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718402" y="8207956"/>
              <a:ext cx="1075500" cy="392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3"/>
                </a:lnSpc>
              </a:pPr>
              <a:r>
                <a:rPr lang="en-US" sz="944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Poisson</a:t>
              </a:r>
            </a:p>
            <a:p>
              <a:pPr algn="ctr">
                <a:lnSpc>
                  <a:spcPts val="1133"/>
                </a:lnSpc>
              </a:pPr>
              <a:r>
                <a:rPr lang="en-US" sz="944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(GT Normals)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6941578" y="6753212"/>
              <a:ext cx="799569" cy="219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322"/>
                </a:lnSpc>
              </a:pPr>
              <a:r>
                <a:rPr lang="en-US" sz="944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0.4160m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6895330" y="8207956"/>
              <a:ext cx="893760" cy="39206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33"/>
                </a:lnSpc>
              </a:pPr>
              <a:r>
                <a:rPr lang="en-US" sz="944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Poisson (Predicted)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6158" y="5276561"/>
              <a:ext cx="324084" cy="276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53"/>
                </a:lnSpc>
              </a:pPr>
              <a:r>
                <a:rPr lang="en-US" sz="118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1.5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56158" y="6147722"/>
              <a:ext cx="324084" cy="276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53"/>
                </a:lnSpc>
              </a:pPr>
              <a:r>
                <a:rPr lang="en-US" sz="118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1.0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56158" y="7018898"/>
              <a:ext cx="324084" cy="276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53"/>
                </a:lnSpc>
              </a:pPr>
              <a:r>
                <a:rPr lang="en-US" sz="118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56158" y="7890074"/>
              <a:ext cx="324084" cy="276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53"/>
                </a:lnSpc>
              </a:pPr>
              <a:r>
                <a:rPr lang="en-US" sz="118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80254" y="4654891"/>
              <a:ext cx="324084" cy="14569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52"/>
                </a:lnSpc>
              </a:pPr>
              <a:r>
                <a:rPr lang="en-US" sz="118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1.2 1.0 0.8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80254" y="6240142"/>
              <a:ext cx="324084" cy="19853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2952"/>
                </a:lnSpc>
              </a:pPr>
              <a:r>
                <a:rPr lang="en-US" sz="118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0.6 0.4 0.2 0.0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 rot="-5400000">
              <a:off x="-657372" y="6160203"/>
              <a:ext cx="1514829" cy="276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53"/>
                </a:lnSpc>
              </a:pPr>
              <a:r>
                <a:rPr lang="en-US" sz="118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RMSE (metres)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 rot="-5400000">
              <a:off x="8162541" y="6160158"/>
              <a:ext cx="2135373" cy="2762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53"/>
                </a:lnSpc>
              </a:pPr>
              <a:r>
                <a:rPr lang="en-US" sz="1180">
                  <a:solidFill>
                    <a:srgbClr val="000000"/>
                  </a:solidFill>
                  <a:latin typeface="DejaVu Sans Light"/>
                  <a:ea typeface="DejaVu Sans Light"/>
                  <a:cs typeface="DejaVu Sans Light"/>
                  <a:sym typeface="DejaVu Sans Light"/>
                </a:rPr>
                <a:t>Mean RMSE (metres)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374234" y="4226047"/>
              <a:ext cx="3474671" cy="290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18"/>
                </a:lnSpc>
              </a:pPr>
              <a:r>
                <a:rPr lang="en-US" sz="1298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Depth Reconstruction Error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2442574" y="4226047"/>
              <a:ext cx="3588583" cy="2905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818"/>
                </a:lnSpc>
              </a:pPr>
              <a:r>
                <a:rPr lang="en-US" sz="1298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Depth Recovery Comparison</a:t>
              </a: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09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235136" y="1737045"/>
            <a:ext cx="13817728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DEPTH ABLATION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848193" y="4832006"/>
            <a:ext cx="9969782" cy="4426294"/>
            <a:chOff x="0" y="0"/>
            <a:chExt cx="2625786" cy="11657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25786" cy="1165773"/>
            </a:xfrm>
            <a:custGeom>
              <a:avLst/>
              <a:gdLst/>
              <a:ahLst/>
              <a:cxnLst/>
              <a:rect l="l" t="t" r="r" b="b"/>
              <a:pathLst>
                <a:path w="2625786" h="1165773">
                  <a:moveTo>
                    <a:pt x="0" y="0"/>
                  </a:moveTo>
                  <a:lnTo>
                    <a:pt x="2625786" y="0"/>
                  </a:lnTo>
                  <a:lnTo>
                    <a:pt x="2625786" y="1165773"/>
                  </a:lnTo>
                  <a:lnTo>
                    <a:pt x="0" y="1165773"/>
                  </a:lnTo>
                  <a:close/>
                </a:path>
              </a:pathLst>
            </a:custGeom>
            <a:solidFill>
              <a:srgbClr val="71BD7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625786" cy="1203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165931" y="4832006"/>
            <a:ext cx="9970308" cy="4426294"/>
            <a:chOff x="0" y="0"/>
            <a:chExt cx="2625925" cy="11657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25925" cy="1165773"/>
            </a:xfrm>
            <a:custGeom>
              <a:avLst/>
              <a:gdLst/>
              <a:ahLst/>
              <a:cxnLst/>
              <a:rect l="l" t="t" r="r" b="b"/>
              <a:pathLst>
                <a:path w="2625925" h="1165773">
                  <a:moveTo>
                    <a:pt x="0" y="0"/>
                  </a:moveTo>
                  <a:lnTo>
                    <a:pt x="2625925" y="0"/>
                  </a:lnTo>
                  <a:lnTo>
                    <a:pt x="2625925" y="1165773"/>
                  </a:lnTo>
                  <a:lnTo>
                    <a:pt x="0" y="1165773"/>
                  </a:lnTo>
                  <a:close/>
                </a:path>
              </a:pathLst>
            </a:custGeom>
            <a:solidFill>
              <a:srgbClr val="71BD7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625925" cy="12038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06602" y="1028700"/>
            <a:ext cx="3889119" cy="564910"/>
            <a:chOff x="0" y="0"/>
            <a:chExt cx="1024295" cy="14878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1679642" y="1028700"/>
            <a:ext cx="3889119" cy="564910"/>
            <a:chOff x="0" y="0"/>
            <a:chExt cx="1024295" cy="14878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799426" y="3855826"/>
            <a:ext cx="10689149" cy="5402474"/>
          </a:xfrm>
          <a:custGeom>
            <a:avLst/>
            <a:gdLst/>
            <a:ahLst/>
            <a:cxnLst/>
            <a:rect l="l" t="t" r="r" b="b"/>
            <a:pathLst>
              <a:path w="10689149" h="5402474">
                <a:moveTo>
                  <a:pt x="0" y="0"/>
                </a:moveTo>
                <a:lnTo>
                  <a:pt x="10689148" y="0"/>
                </a:lnTo>
                <a:lnTo>
                  <a:pt x="10689148" y="5402474"/>
                </a:lnTo>
                <a:lnTo>
                  <a:pt x="0" y="54024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09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35136" y="1737045"/>
            <a:ext cx="13817728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DEPTH ABLATION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3062288" y="2017422"/>
            <a:ext cx="47625" cy="4050380"/>
            <a:chOff x="0" y="0"/>
            <a:chExt cx="12543" cy="10667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1066767"/>
            </a:xfrm>
            <a:custGeom>
              <a:avLst/>
              <a:gdLst/>
              <a:ahLst/>
              <a:cxnLst/>
              <a:rect l="l" t="t" r="r" b="b"/>
              <a:pathLst>
                <a:path w="12543" h="1066767">
                  <a:moveTo>
                    <a:pt x="0" y="0"/>
                  </a:moveTo>
                  <a:lnTo>
                    <a:pt x="12543" y="0"/>
                  </a:lnTo>
                  <a:lnTo>
                    <a:pt x="12543" y="1066767"/>
                  </a:lnTo>
                  <a:lnTo>
                    <a:pt x="0" y="1066767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11048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936593" y="8072399"/>
            <a:ext cx="3889119" cy="4894530"/>
            <a:chOff x="0" y="0"/>
            <a:chExt cx="1024295" cy="12890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289094"/>
            </a:xfrm>
            <a:custGeom>
              <a:avLst/>
              <a:gdLst/>
              <a:ahLst/>
              <a:cxnLst/>
              <a:rect l="l" t="t" r="r" b="b"/>
              <a:pathLst>
                <a:path w="1024295" h="1289094">
                  <a:moveTo>
                    <a:pt x="0" y="0"/>
                  </a:moveTo>
                  <a:lnTo>
                    <a:pt x="1024295" y="0"/>
                  </a:lnTo>
                  <a:lnTo>
                    <a:pt x="1024295" y="1289094"/>
                  </a:lnTo>
                  <a:lnTo>
                    <a:pt x="0" y="1289094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1327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289811" y="4542492"/>
            <a:ext cx="13708378" cy="3529907"/>
          </a:xfrm>
          <a:custGeom>
            <a:avLst/>
            <a:gdLst/>
            <a:ahLst/>
            <a:cxnLst/>
            <a:rect l="l" t="t" r="r" b="b"/>
            <a:pathLst>
              <a:path w="13708378" h="3529907">
                <a:moveTo>
                  <a:pt x="0" y="0"/>
                </a:moveTo>
                <a:lnTo>
                  <a:pt x="13708378" y="0"/>
                </a:lnTo>
                <a:lnTo>
                  <a:pt x="13708378" y="3529907"/>
                </a:lnTo>
                <a:lnTo>
                  <a:pt x="0" y="35299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1060910" y="944880"/>
            <a:ext cx="5527346" cy="299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LATENCY : VLA FINE TUNING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5412947" y="-2207252"/>
            <a:ext cx="47625" cy="8816120"/>
            <a:chOff x="0" y="0"/>
            <a:chExt cx="12543" cy="23219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2321941"/>
            </a:xfrm>
            <a:custGeom>
              <a:avLst/>
              <a:gdLst/>
              <a:ahLst/>
              <a:cxnLst/>
              <a:rect l="l" t="t" r="r" b="b"/>
              <a:pathLst>
                <a:path w="12543" h="2321941">
                  <a:moveTo>
                    <a:pt x="0" y="0"/>
                  </a:moveTo>
                  <a:lnTo>
                    <a:pt x="12543" y="0"/>
                  </a:lnTo>
                  <a:lnTo>
                    <a:pt x="12543" y="2321941"/>
                  </a:lnTo>
                  <a:lnTo>
                    <a:pt x="0" y="2321941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23600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8693390"/>
            <a:ext cx="3889119" cy="564910"/>
            <a:chOff x="0" y="0"/>
            <a:chExt cx="1024295" cy="1487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48783"/>
            </a:xfrm>
            <a:custGeom>
              <a:avLst/>
              <a:gdLst/>
              <a:ahLst/>
              <a:cxnLst/>
              <a:rect l="l" t="t" r="r" b="b"/>
              <a:pathLst>
                <a:path w="1024295" h="148783">
                  <a:moveTo>
                    <a:pt x="0" y="0"/>
                  </a:moveTo>
                  <a:lnTo>
                    <a:pt x="1024295" y="0"/>
                  </a:lnTo>
                  <a:lnTo>
                    <a:pt x="1024295" y="148783"/>
                  </a:lnTo>
                  <a:lnTo>
                    <a:pt x="0" y="148783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186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000125"/>
            <a:ext cx="10168250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END-TO-END GALLERY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04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6996581" y="2224620"/>
            <a:ext cx="8974726" cy="7656699"/>
            <a:chOff x="0" y="0"/>
            <a:chExt cx="11966301" cy="10208932"/>
          </a:xfrm>
        </p:grpSpPr>
        <p:sp>
          <p:nvSpPr>
            <p:cNvPr id="11" name="Freeform 11"/>
            <p:cNvSpPr/>
            <p:nvPr/>
          </p:nvSpPr>
          <p:spPr>
            <a:xfrm>
              <a:off x="10362706" y="831299"/>
              <a:ext cx="616967" cy="782732"/>
            </a:xfrm>
            <a:custGeom>
              <a:avLst/>
              <a:gdLst/>
              <a:ahLst/>
              <a:cxnLst/>
              <a:rect l="l" t="t" r="r" b="b"/>
              <a:pathLst>
                <a:path w="616967" h="782732">
                  <a:moveTo>
                    <a:pt x="0" y="0"/>
                  </a:moveTo>
                  <a:lnTo>
                    <a:pt x="616966" y="0"/>
                  </a:lnTo>
                  <a:lnTo>
                    <a:pt x="616966" y="782732"/>
                  </a:lnTo>
                  <a:lnTo>
                    <a:pt x="0" y="7827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10044541" y="3633617"/>
              <a:ext cx="712110" cy="761632"/>
              <a:chOff x="0" y="0"/>
              <a:chExt cx="745490" cy="79734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63500" y="412118"/>
                <a:ext cx="158115" cy="321947"/>
              </a:xfrm>
              <a:custGeom>
                <a:avLst/>
                <a:gdLst/>
                <a:ahLst/>
                <a:cxnLst/>
                <a:rect l="l" t="t" r="r" b="b"/>
                <a:pathLst>
                  <a:path w="158115" h="321947">
                    <a:moveTo>
                      <a:pt x="61341" y="13843"/>
                    </a:moveTo>
                    <a:lnTo>
                      <a:pt x="58166" y="17018"/>
                    </a:lnTo>
                    <a:cubicBezTo>
                      <a:pt x="57023" y="18161"/>
                      <a:pt x="55372" y="18923"/>
                      <a:pt x="53721" y="18923"/>
                    </a:cubicBezTo>
                    <a:lnTo>
                      <a:pt x="47371" y="18923"/>
                    </a:lnTo>
                    <a:lnTo>
                      <a:pt x="47371" y="12573"/>
                    </a:lnTo>
                    <a:lnTo>
                      <a:pt x="51816" y="17018"/>
                    </a:lnTo>
                    <a:lnTo>
                      <a:pt x="48641" y="20193"/>
                    </a:lnTo>
                    <a:cubicBezTo>
                      <a:pt x="47498" y="21336"/>
                      <a:pt x="45847" y="22098"/>
                      <a:pt x="44196" y="22098"/>
                    </a:cubicBezTo>
                    <a:lnTo>
                      <a:pt x="41021" y="22098"/>
                    </a:lnTo>
                    <a:lnTo>
                      <a:pt x="41021" y="15748"/>
                    </a:lnTo>
                    <a:lnTo>
                      <a:pt x="45466" y="20193"/>
                    </a:lnTo>
                    <a:lnTo>
                      <a:pt x="39116" y="26543"/>
                    </a:lnTo>
                    <a:lnTo>
                      <a:pt x="34671" y="22098"/>
                    </a:lnTo>
                    <a:lnTo>
                      <a:pt x="41021" y="22098"/>
                    </a:lnTo>
                    <a:lnTo>
                      <a:pt x="41021" y="37846"/>
                    </a:lnTo>
                    <a:cubicBezTo>
                      <a:pt x="41021" y="39497"/>
                      <a:pt x="40386" y="41148"/>
                      <a:pt x="39116" y="42291"/>
                    </a:cubicBezTo>
                    <a:lnTo>
                      <a:pt x="35941" y="45466"/>
                    </a:lnTo>
                    <a:cubicBezTo>
                      <a:pt x="34798" y="46609"/>
                      <a:pt x="33147" y="47371"/>
                      <a:pt x="31496" y="47371"/>
                    </a:cubicBezTo>
                    <a:lnTo>
                      <a:pt x="28448" y="47371"/>
                    </a:lnTo>
                    <a:lnTo>
                      <a:pt x="28448" y="41021"/>
                    </a:lnTo>
                    <a:lnTo>
                      <a:pt x="32893" y="45466"/>
                    </a:lnTo>
                    <a:lnTo>
                      <a:pt x="29718" y="48641"/>
                    </a:lnTo>
                    <a:cubicBezTo>
                      <a:pt x="28575" y="49784"/>
                      <a:pt x="26924" y="50546"/>
                      <a:pt x="25273" y="50546"/>
                    </a:cubicBezTo>
                    <a:lnTo>
                      <a:pt x="22098" y="50546"/>
                    </a:lnTo>
                    <a:lnTo>
                      <a:pt x="22098" y="44196"/>
                    </a:lnTo>
                    <a:lnTo>
                      <a:pt x="26543" y="48641"/>
                    </a:lnTo>
                    <a:lnTo>
                      <a:pt x="20193" y="54991"/>
                    </a:lnTo>
                    <a:lnTo>
                      <a:pt x="15748" y="50546"/>
                    </a:lnTo>
                    <a:lnTo>
                      <a:pt x="22098" y="50546"/>
                    </a:lnTo>
                    <a:lnTo>
                      <a:pt x="22098" y="53721"/>
                    </a:lnTo>
                    <a:cubicBezTo>
                      <a:pt x="22098" y="55372"/>
                      <a:pt x="21463" y="57023"/>
                      <a:pt x="20193" y="58166"/>
                    </a:cubicBezTo>
                    <a:lnTo>
                      <a:pt x="17018" y="61341"/>
                    </a:lnTo>
                    <a:lnTo>
                      <a:pt x="12700" y="56642"/>
                    </a:lnTo>
                    <a:lnTo>
                      <a:pt x="19050" y="56642"/>
                    </a:lnTo>
                    <a:lnTo>
                      <a:pt x="19050" y="59817"/>
                    </a:lnTo>
                    <a:cubicBezTo>
                      <a:pt x="19050" y="61468"/>
                      <a:pt x="18415" y="63119"/>
                      <a:pt x="17145" y="64262"/>
                    </a:cubicBezTo>
                    <a:lnTo>
                      <a:pt x="13970" y="67437"/>
                    </a:lnTo>
                    <a:lnTo>
                      <a:pt x="9525" y="62992"/>
                    </a:lnTo>
                    <a:lnTo>
                      <a:pt x="15875" y="62992"/>
                    </a:lnTo>
                    <a:lnTo>
                      <a:pt x="15875" y="75566"/>
                    </a:lnTo>
                    <a:cubicBezTo>
                      <a:pt x="15875" y="77216"/>
                      <a:pt x="15240" y="78867"/>
                      <a:pt x="13970" y="80010"/>
                    </a:cubicBezTo>
                    <a:lnTo>
                      <a:pt x="10795" y="83186"/>
                    </a:lnTo>
                    <a:lnTo>
                      <a:pt x="6350" y="78741"/>
                    </a:lnTo>
                    <a:lnTo>
                      <a:pt x="12700" y="78741"/>
                    </a:lnTo>
                    <a:lnTo>
                      <a:pt x="12700" y="119762"/>
                    </a:lnTo>
                    <a:lnTo>
                      <a:pt x="6350" y="119762"/>
                    </a:lnTo>
                    <a:lnTo>
                      <a:pt x="10795" y="115317"/>
                    </a:lnTo>
                    <a:lnTo>
                      <a:pt x="13970" y="118492"/>
                    </a:lnTo>
                    <a:cubicBezTo>
                      <a:pt x="15113" y="119635"/>
                      <a:pt x="15875" y="121286"/>
                      <a:pt x="15875" y="122937"/>
                    </a:cubicBezTo>
                    <a:lnTo>
                      <a:pt x="15875" y="145035"/>
                    </a:lnTo>
                    <a:lnTo>
                      <a:pt x="9525" y="145035"/>
                    </a:lnTo>
                    <a:lnTo>
                      <a:pt x="13970" y="140590"/>
                    </a:lnTo>
                    <a:lnTo>
                      <a:pt x="17145" y="143765"/>
                    </a:lnTo>
                    <a:cubicBezTo>
                      <a:pt x="18288" y="144908"/>
                      <a:pt x="19050" y="146559"/>
                      <a:pt x="19050" y="148210"/>
                    </a:cubicBezTo>
                    <a:lnTo>
                      <a:pt x="19050" y="170308"/>
                    </a:lnTo>
                    <a:lnTo>
                      <a:pt x="12700" y="170308"/>
                    </a:lnTo>
                    <a:lnTo>
                      <a:pt x="17145" y="165863"/>
                    </a:lnTo>
                    <a:lnTo>
                      <a:pt x="20320" y="169038"/>
                    </a:lnTo>
                    <a:cubicBezTo>
                      <a:pt x="21463" y="170181"/>
                      <a:pt x="22225" y="171832"/>
                      <a:pt x="22225" y="173483"/>
                    </a:cubicBezTo>
                    <a:lnTo>
                      <a:pt x="22225" y="192406"/>
                    </a:lnTo>
                    <a:lnTo>
                      <a:pt x="15875" y="192406"/>
                    </a:lnTo>
                    <a:lnTo>
                      <a:pt x="20320" y="187961"/>
                    </a:lnTo>
                    <a:lnTo>
                      <a:pt x="23495" y="191136"/>
                    </a:lnTo>
                    <a:cubicBezTo>
                      <a:pt x="24638" y="192279"/>
                      <a:pt x="25400" y="193930"/>
                      <a:pt x="25400" y="195581"/>
                    </a:cubicBezTo>
                    <a:lnTo>
                      <a:pt x="25400" y="214504"/>
                    </a:lnTo>
                    <a:lnTo>
                      <a:pt x="19050" y="214504"/>
                    </a:lnTo>
                    <a:lnTo>
                      <a:pt x="23495" y="210059"/>
                    </a:lnTo>
                    <a:lnTo>
                      <a:pt x="26670" y="213234"/>
                    </a:lnTo>
                    <a:cubicBezTo>
                      <a:pt x="27813" y="214377"/>
                      <a:pt x="28575" y="216028"/>
                      <a:pt x="28575" y="217679"/>
                    </a:cubicBezTo>
                    <a:lnTo>
                      <a:pt x="28575" y="236603"/>
                    </a:lnTo>
                    <a:lnTo>
                      <a:pt x="22225" y="236603"/>
                    </a:lnTo>
                    <a:lnTo>
                      <a:pt x="26670" y="232158"/>
                    </a:lnTo>
                    <a:lnTo>
                      <a:pt x="29845" y="235333"/>
                    </a:lnTo>
                    <a:cubicBezTo>
                      <a:pt x="30988" y="236476"/>
                      <a:pt x="31750" y="238127"/>
                      <a:pt x="31750" y="239778"/>
                    </a:cubicBezTo>
                    <a:lnTo>
                      <a:pt x="31750" y="258701"/>
                    </a:lnTo>
                    <a:lnTo>
                      <a:pt x="25400" y="258701"/>
                    </a:lnTo>
                    <a:lnTo>
                      <a:pt x="29845" y="254256"/>
                    </a:lnTo>
                    <a:lnTo>
                      <a:pt x="33020" y="257431"/>
                    </a:lnTo>
                    <a:cubicBezTo>
                      <a:pt x="34163" y="258574"/>
                      <a:pt x="34925" y="260225"/>
                      <a:pt x="34925" y="261876"/>
                    </a:cubicBezTo>
                    <a:lnTo>
                      <a:pt x="34925" y="280799"/>
                    </a:lnTo>
                    <a:lnTo>
                      <a:pt x="28575" y="280799"/>
                    </a:lnTo>
                    <a:lnTo>
                      <a:pt x="33020" y="276354"/>
                    </a:lnTo>
                    <a:lnTo>
                      <a:pt x="36195" y="279529"/>
                    </a:lnTo>
                    <a:cubicBezTo>
                      <a:pt x="37338" y="280672"/>
                      <a:pt x="38100" y="282323"/>
                      <a:pt x="38100" y="283974"/>
                    </a:cubicBezTo>
                    <a:lnTo>
                      <a:pt x="38100" y="296547"/>
                    </a:lnTo>
                    <a:lnTo>
                      <a:pt x="31750" y="296547"/>
                    </a:lnTo>
                    <a:lnTo>
                      <a:pt x="36195" y="292102"/>
                    </a:lnTo>
                    <a:lnTo>
                      <a:pt x="39370" y="295277"/>
                    </a:lnTo>
                    <a:cubicBezTo>
                      <a:pt x="40513" y="296420"/>
                      <a:pt x="41275" y="298071"/>
                      <a:pt x="41275" y="299722"/>
                    </a:cubicBezTo>
                    <a:lnTo>
                      <a:pt x="41275" y="309247"/>
                    </a:lnTo>
                    <a:lnTo>
                      <a:pt x="34925" y="309247"/>
                    </a:lnTo>
                    <a:lnTo>
                      <a:pt x="39370" y="304802"/>
                    </a:lnTo>
                    <a:lnTo>
                      <a:pt x="42545" y="307977"/>
                    </a:lnTo>
                    <a:lnTo>
                      <a:pt x="38100" y="312422"/>
                    </a:lnTo>
                    <a:lnTo>
                      <a:pt x="38100" y="306072"/>
                    </a:lnTo>
                    <a:lnTo>
                      <a:pt x="41275" y="306072"/>
                    </a:lnTo>
                    <a:cubicBezTo>
                      <a:pt x="42926" y="306072"/>
                      <a:pt x="44577" y="306707"/>
                      <a:pt x="45720" y="307977"/>
                    </a:cubicBezTo>
                    <a:lnTo>
                      <a:pt x="48895" y="311152"/>
                    </a:lnTo>
                    <a:lnTo>
                      <a:pt x="44450" y="315597"/>
                    </a:lnTo>
                    <a:lnTo>
                      <a:pt x="44450" y="309247"/>
                    </a:lnTo>
                    <a:lnTo>
                      <a:pt x="85471" y="309247"/>
                    </a:lnTo>
                    <a:lnTo>
                      <a:pt x="85471" y="315597"/>
                    </a:lnTo>
                    <a:lnTo>
                      <a:pt x="81026" y="311152"/>
                    </a:lnTo>
                    <a:lnTo>
                      <a:pt x="84201" y="307977"/>
                    </a:lnTo>
                    <a:cubicBezTo>
                      <a:pt x="85344" y="306834"/>
                      <a:pt x="86995" y="306072"/>
                      <a:pt x="88646" y="306072"/>
                    </a:cubicBezTo>
                    <a:lnTo>
                      <a:pt x="110490" y="306072"/>
                    </a:lnTo>
                    <a:lnTo>
                      <a:pt x="110490" y="312422"/>
                    </a:lnTo>
                    <a:lnTo>
                      <a:pt x="106045" y="307977"/>
                    </a:lnTo>
                    <a:lnTo>
                      <a:pt x="109220" y="304802"/>
                    </a:lnTo>
                    <a:cubicBezTo>
                      <a:pt x="110363" y="303659"/>
                      <a:pt x="112014" y="302897"/>
                      <a:pt x="113665" y="302897"/>
                    </a:cubicBezTo>
                    <a:lnTo>
                      <a:pt x="123190" y="302897"/>
                    </a:lnTo>
                    <a:lnTo>
                      <a:pt x="123190" y="309247"/>
                    </a:lnTo>
                    <a:lnTo>
                      <a:pt x="118745" y="304802"/>
                    </a:lnTo>
                    <a:lnTo>
                      <a:pt x="121920" y="301627"/>
                    </a:lnTo>
                    <a:cubicBezTo>
                      <a:pt x="123063" y="300484"/>
                      <a:pt x="124714" y="299722"/>
                      <a:pt x="126365" y="299722"/>
                    </a:cubicBezTo>
                    <a:lnTo>
                      <a:pt x="135890" y="299722"/>
                    </a:lnTo>
                    <a:lnTo>
                      <a:pt x="135890" y="306072"/>
                    </a:lnTo>
                    <a:lnTo>
                      <a:pt x="131445" y="301627"/>
                    </a:lnTo>
                    <a:lnTo>
                      <a:pt x="134620" y="298452"/>
                    </a:lnTo>
                    <a:cubicBezTo>
                      <a:pt x="135763" y="297309"/>
                      <a:pt x="137414" y="296547"/>
                      <a:pt x="139065" y="296547"/>
                    </a:cubicBezTo>
                    <a:lnTo>
                      <a:pt x="142240" y="296547"/>
                    </a:lnTo>
                    <a:lnTo>
                      <a:pt x="142240" y="302897"/>
                    </a:lnTo>
                    <a:lnTo>
                      <a:pt x="137795" y="298452"/>
                    </a:lnTo>
                    <a:lnTo>
                      <a:pt x="144145" y="292102"/>
                    </a:lnTo>
                    <a:lnTo>
                      <a:pt x="148590" y="296547"/>
                    </a:lnTo>
                    <a:lnTo>
                      <a:pt x="142240" y="296547"/>
                    </a:lnTo>
                    <a:lnTo>
                      <a:pt x="142240" y="293372"/>
                    </a:lnTo>
                    <a:cubicBezTo>
                      <a:pt x="142240" y="291721"/>
                      <a:pt x="142875" y="290070"/>
                      <a:pt x="144145" y="288927"/>
                    </a:cubicBezTo>
                    <a:lnTo>
                      <a:pt x="147320" y="285752"/>
                    </a:lnTo>
                    <a:lnTo>
                      <a:pt x="151765" y="290197"/>
                    </a:lnTo>
                    <a:lnTo>
                      <a:pt x="145415" y="290197"/>
                    </a:lnTo>
                    <a:lnTo>
                      <a:pt x="145415" y="233301"/>
                    </a:lnTo>
                    <a:lnTo>
                      <a:pt x="151765" y="233301"/>
                    </a:lnTo>
                    <a:lnTo>
                      <a:pt x="147320" y="237746"/>
                    </a:lnTo>
                    <a:lnTo>
                      <a:pt x="144145" y="234571"/>
                    </a:lnTo>
                    <a:cubicBezTo>
                      <a:pt x="143002" y="233428"/>
                      <a:pt x="142240" y="231777"/>
                      <a:pt x="142240" y="230126"/>
                    </a:cubicBezTo>
                    <a:lnTo>
                      <a:pt x="142240" y="201804"/>
                    </a:lnTo>
                    <a:lnTo>
                      <a:pt x="148590" y="201804"/>
                    </a:lnTo>
                    <a:lnTo>
                      <a:pt x="144145" y="206249"/>
                    </a:lnTo>
                    <a:lnTo>
                      <a:pt x="140970" y="203074"/>
                    </a:lnTo>
                    <a:cubicBezTo>
                      <a:pt x="139827" y="201931"/>
                      <a:pt x="139065" y="200280"/>
                      <a:pt x="139065" y="198629"/>
                    </a:cubicBezTo>
                    <a:lnTo>
                      <a:pt x="139065" y="170181"/>
                    </a:lnTo>
                    <a:lnTo>
                      <a:pt x="145415" y="170181"/>
                    </a:lnTo>
                    <a:lnTo>
                      <a:pt x="140970" y="174626"/>
                    </a:lnTo>
                    <a:lnTo>
                      <a:pt x="137795" y="171451"/>
                    </a:lnTo>
                    <a:cubicBezTo>
                      <a:pt x="136652" y="170308"/>
                      <a:pt x="135890" y="168657"/>
                      <a:pt x="135890" y="167006"/>
                    </a:cubicBezTo>
                    <a:lnTo>
                      <a:pt x="135890" y="138685"/>
                    </a:lnTo>
                    <a:lnTo>
                      <a:pt x="142240" y="138685"/>
                    </a:lnTo>
                    <a:lnTo>
                      <a:pt x="137795" y="143130"/>
                    </a:lnTo>
                    <a:lnTo>
                      <a:pt x="134620" y="139955"/>
                    </a:lnTo>
                    <a:cubicBezTo>
                      <a:pt x="133477" y="138812"/>
                      <a:pt x="132715" y="137161"/>
                      <a:pt x="132715" y="135510"/>
                    </a:cubicBezTo>
                    <a:lnTo>
                      <a:pt x="132715" y="107189"/>
                    </a:lnTo>
                    <a:lnTo>
                      <a:pt x="139065" y="107189"/>
                    </a:lnTo>
                    <a:lnTo>
                      <a:pt x="134620" y="111634"/>
                    </a:lnTo>
                    <a:lnTo>
                      <a:pt x="131445" y="108459"/>
                    </a:lnTo>
                    <a:cubicBezTo>
                      <a:pt x="130302" y="107316"/>
                      <a:pt x="129540" y="105665"/>
                      <a:pt x="129540" y="104014"/>
                    </a:cubicBezTo>
                    <a:lnTo>
                      <a:pt x="129540" y="81916"/>
                    </a:lnTo>
                    <a:lnTo>
                      <a:pt x="135890" y="81916"/>
                    </a:lnTo>
                    <a:lnTo>
                      <a:pt x="131445" y="86361"/>
                    </a:lnTo>
                    <a:lnTo>
                      <a:pt x="128270" y="83186"/>
                    </a:lnTo>
                    <a:cubicBezTo>
                      <a:pt x="127127" y="82043"/>
                      <a:pt x="126365" y="80392"/>
                      <a:pt x="126365" y="78741"/>
                    </a:cubicBezTo>
                    <a:lnTo>
                      <a:pt x="126365" y="66167"/>
                    </a:lnTo>
                    <a:lnTo>
                      <a:pt x="132715" y="66167"/>
                    </a:lnTo>
                    <a:lnTo>
                      <a:pt x="128270" y="70612"/>
                    </a:lnTo>
                    <a:lnTo>
                      <a:pt x="125095" y="67437"/>
                    </a:lnTo>
                    <a:cubicBezTo>
                      <a:pt x="123952" y="66294"/>
                      <a:pt x="123190" y="64643"/>
                      <a:pt x="123190" y="62992"/>
                    </a:cubicBezTo>
                    <a:lnTo>
                      <a:pt x="123190" y="56642"/>
                    </a:lnTo>
                    <a:lnTo>
                      <a:pt x="129540" y="56642"/>
                    </a:lnTo>
                    <a:lnTo>
                      <a:pt x="125095" y="61087"/>
                    </a:lnTo>
                    <a:lnTo>
                      <a:pt x="121920" y="57912"/>
                    </a:lnTo>
                    <a:cubicBezTo>
                      <a:pt x="120777" y="56769"/>
                      <a:pt x="120015" y="55118"/>
                      <a:pt x="120015" y="53467"/>
                    </a:cubicBezTo>
                    <a:lnTo>
                      <a:pt x="120015" y="47117"/>
                    </a:lnTo>
                    <a:lnTo>
                      <a:pt x="126365" y="47117"/>
                    </a:lnTo>
                    <a:lnTo>
                      <a:pt x="121920" y="51562"/>
                    </a:lnTo>
                    <a:lnTo>
                      <a:pt x="112395" y="42037"/>
                    </a:lnTo>
                    <a:lnTo>
                      <a:pt x="116840" y="37592"/>
                    </a:lnTo>
                    <a:lnTo>
                      <a:pt x="116840" y="43942"/>
                    </a:lnTo>
                    <a:lnTo>
                      <a:pt x="113665" y="43942"/>
                    </a:lnTo>
                    <a:cubicBezTo>
                      <a:pt x="112014" y="43942"/>
                      <a:pt x="110363" y="43307"/>
                      <a:pt x="109220" y="42037"/>
                    </a:cubicBezTo>
                    <a:lnTo>
                      <a:pt x="106045" y="38862"/>
                    </a:lnTo>
                    <a:lnTo>
                      <a:pt x="110490" y="34417"/>
                    </a:lnTo>
                    <a:lnTo>
                      <a:pt x="110490" y="40767"/>
                    </a:lnTo>
                    <a:lnTo>
                      <a:pt x="97790" y="40767"/>
                    </a:lnTo>
                    <a:cubicBezTo>
                      <a:pt x="96139" y="40767"/>
                      <a:pt x="94488" y="40132"/>
                      <a:pt x="93345" y="38862"/>
                    </a:cubicBezTo>
                    <a:lnTo>
                      <a:pt x="86995" y="32512"/>
                    </a:lnTo>
                    <a:cubicBezTo>
                      <a:pt x="85852" y="31369"/>
                      <a:pt x="85090" y="29718"/>
                      <a:pt x="85090" y="28067"/>
                    </a:cubicBezTo>
                    <a:lnTo>
                      <a:pt x="85090" y="18542"/>
                    </a:lnTo>
                    <a:lnTo>
                      <a:pt x="91440" y="18542"/>
                    </a:lnTo>
                    <a:lnTo>
                      <a:pt x="86995" y="22987"/>
                    </a:lnTo>
                    <a:lnTo>
                      <a:pt x="80645" y="16637"/>
                    </a:lnTo>
                    <a:lnTo>
                      <a:pt x="85090" y="12192"/>
                    </a:lnTo>
                    <a:lnTo>
                      <a:pt x="85090" y="18542"/>
                    </a:lnTo>
                    <a:lnTo>
                      <a:pt x="81915" y="18542"/>
                    </a:lnTo>
                    <a:cubicBezTo>
                      <a:pt x="80264" y="18542"/>
                      <a:pt x="78613" y="17907"/>
                      <a:pt x="77470" y="16637"/>
                    </a:cubicBezTo>
                    <a:lnTo>
                      <a:pt x="74295" y="13462"/>
                    </a:lnTo>
                    <a:lnTo>
                      <a:pt x="69850" y="9017"/>
                    </a:lnTo>
                    <a:lnTo>
                      <a:pt x="78867" y="0"/>
                    </a:lnTo>
                    <a:lnTo>
                      <a:pt x="83312" y="4445"/>
                    </a:lnTo>
                    <a:lnTo>
                      <a:pt x="86487" y="7620"/>
                    </a:lnTo>
                    <a:lnTo>
                      <a:pt x="82042" y="12065"/>
                    </a:lnTo>
                    <a:lnTo>
                      <a:pt x="82042" y="5715"/>
                    </a:lnTo>
                    <a:lnTo>
                      <a:pt x="85217" y="5715"/>
                    </a:lnTo>
                    <a:cubicBezTo>
                      <a:pt x="86868" y="5715"/>
                      <a:pt x="88519" y="6350"/>
                      <a:pt x="89662" y="7620"/>
                    </a:cubicBezTo>
                    <a:lnTo>
                      <a:pt x="96012" y="13970"/>
                    </a:lnTo>
                    <a:cubicBezTo>
                      <a:pt x="97155" y="15113"/>
                      <a:pt x="97917" y="16764"/>
                      <a:pt x="97917" y="18415"/>
                    </a:cubicBezTo>
                    <a:lnTo>
                      <a:pt x="97917" y="27940"/>
                    </a:lnTo>
                    <a:lnTo>
                      <a:pt x="91567" y="27940"/>
                    </a:lnTo>
                    <a:lnTo>
                      <a:pt x="96012" y="23495"/>
                    </a:lnTo>
                    <a:lnTo>
                      <a:pt x="102362" y="29845"/>
                    </a:lnTo>
                    <a:lnTo>
                      <a:pt x="97917" y="34290"/>
                    </a:lnTo>
                    <a:lnTo>
                      <a:pt x="97917" y="27940"/>
                    </a:lnTo>
                    <a:lnTo>
                      <a:pt x="110490" y="27940"/>
                    </a:lnTo>
                    <a:cubicBezTo>
                      <a:pt x="112141" y="27940"/>
                      <a:pt x="113792" y="28575"/>
                      <a:pt x="114935" y="29845"/>
                    </a:cubicBezTo>
                    <a:lnTo>
                      <a:pt x="118110" y="33020"/>
                    </a:lnTo>
                    <a:lnTo>
                      <a:pt x="113665" y="37465"/>
                    </a:lnTo>
                    <a:lnTo>
                      <a:pt x="113665" y="31115"/>
                    </a:lnTo>
                    <a:lnTo>
                      <a:pt x="116840" y="31115"/>
                    </a:lnTo>
                    <a:cubicBezTo>
                      <a:pt x="118491" y="31115"/>
                      <a:pt x="120142" y="31750"/>
                      <a:pt x="121285" y="33020"/>
                    </a:cubicBezTo>
                    <a:lnTo>
                      <a:pt x="130810" y="42545"/>
                    </a:lnTo>
                    <a:cubicBezTo>
                      <a:pt x="131953" y="43688"/>
                      <a:pt x="132715" y="45339"/>
                      <a:pt x="132715" y="46990"/>
                    </a:cubicBezTo>
                    <a:lnTo>
                      <a:pt x="132715" y="53340"/>
                    </a:lnTo>
                    <a:lnTo>
                      <a:pt x="126365" y="53340"/>
                    </a:lnTo>
                    <a:lnTo>
                      <a:pt x="130810" y="48895"/>
                    </a:lnTo>
                    <a:lnTo>
                      <a:pt x="133985" y="52070"/>
                    </a:lnTo>
                    <a:cubicBezTo>
                      <a:pt x="135128" y="53213"/>
                      <a:pt x="135890" y="54864"/>
                      <a:pt x="135890" y="56515"/>
                    </a:cubicBezTo>
                    <a:lnTo>
                      <a:pt x="135890" y="62865"/>
                    </a:lnTo>
                    <a:lnTo>
                      <a:pt x="129540" y="62865"/>
                    </a:lnTo>
                    <a:lnTo>
                      <a:pt x="133985" y="58420"/>
                    </a:lnTo>
                    <a:lnTo>
                      <a:pt x="137160" y="61595"/>
                    </a:lnTo>
                    <a:cubicBezTo>
                      <a:pt x="138303" y="62738"/>
                      <a:pt x="139065" y="64389"/>
                      <a:pt x="139065" y="66040"/>
                    </a:cubicBezTo>
                    <a:lnTo>
                      <a:pt x="139065" y="78614"/>
                    </a:lnTo>
                    <a:lnTo>
                      <a:pt x="132715" y="78614"/>
                    </a:lnTo>
                    <a:lnTo>
                      <a:pt x="137160" y="74168"/>
                    </a:lnTo>
                    <a:lnTo>
                      <a:pt x="140335" y="77343"/>
                    </a:lnTo>
                    <a:cubicBezTo>
                      <a:pt x="141478" y="78487"/>
                      <a:pt x="142240" y="80138"/>
                      <a:pt x="142240" y="81789"/>
                    </a:cubicBezTo>
                    <a:lnTo>
                      <a:pt x="142240" y="103887"/>
                    </a:lnTo>
                    <a:lnTo>
                      <a:pt x="135890" y="103887"/>
                    </a:lnTo>
                    <a:lnTo>
                      <a:pt x="140335" y="99442"/>
                    </a:lnTo>
                    <a:lnTo>
                      <a:pt x="143510" y="102617"/>
                    </a:lnTo>
                    <a:cubicBezTo>
                      <a:pt x="144653" y="103760"/>
                      <a:pt x="145415" y="105411"/>
                      <a:pt x="145415" y="107062"/>
                    </a:cubicBezTo>
                    <a:lnTo>
                      <a:pt x="145415" y="135510"/>
                    </a:lnTo>
                    <a:lnTo>
                      <a:pt x="139065" y="135510"/>
                    </a:lnTo>
                    <a:lnTo>
                      <a:pt x="143510" y="131065"/>
                    </a:lnTo>
                    <a:lnTo>
                      <a:pt x="146685" y="134240"/>
                    </a:lnTo>
                    <a:cubicBezTo>
                      <a:pt x="147828" y="135383"/>
                      <a:pt x="148590" y="137034"/>
                      <a:pt x="148590" y="138685"/>
                    </a:cubicBezTo>
                    <a:lnTo>
                      <a:pt x="148590" y="167133"/>
                    </a:lnTo>
                    <a:lnTo>
                      <a:pt x="142240" y="167133"/>
                    </a:lnTo>
                    <a:lnTo>
                      <a:pt x="146685" y="162688"/>
                    </a:lnTo>
                    <a:lnTo>
                      <a:pt x="149860" y="165863"/>
                    </a:lnTo>
                    <a:cubicBezTo>
                      <a:pt x="151003" y="167006"/>
                      <a:pt x="151765" y="168657"/>
                      <a:pt x="151765" y="170308"/>
                    </a:cubicBezTo>
                    <a:lnTo>
                      <a:pt x="151765" y="198756"/>
                    </a:lnTo>
                    <a:lnTo>
                      <a:pt x="145415" y="198756"/>
                    </a:lnTo>
                    <a:lnTo>
                      <a:pt x="149860" y="194311"/>
                    </a:lnTo>
                    <a:lnTo>
                      <a:pt x="153035" y="197486"/>
                    </a:lnTo>
                    <a:cubicBezTo>
                      <a:pt x="154178" y="198629"/>
                      <a:pt x="154940" y="200280"/>
                      <a:pt x="154940" y="201931"/>
                    </a:cubicBezTo>
                    <a:lnTo>
                      <a:pt x="154940" y="230380"/>
                    </a:lnTo>
                    <a:lnTo>
                      <a:pt x="148590" y="230380"/>
                    </a:lnTo>
                    <a:lnTo>
                      <a:pt x="153035" y="225935"/>
                    </a:lnTo>
                    <a:lnTo>
                      <a:pt x="156210" y="229110"/>
                    </a:lnTo>
                    <a:cubicBezTo>
                      <a:pt x="157353" y="230253"/>
                      <a:pt x="158115" y="231904"/>
                      <a:pt x="158115" y="233555"/>
                    </a:cubicBezTo>
                    <a:lnTo>
                      <a:pt x="158115" y="290197"/>
                    </a:lnTo>
                    <a:cubicBezTo>
                      <a:pt x="158115" y="291848"/>
                      <a:pt x="157480" y="293499"/>
                      <a:pt x="156210" y="294642"/>
                    </a:cubicBezTo>
                    <a:lnTo>
                      <a:pt x="153035" y="297817"/>
                    </a:lnTo>
                    <a:lnTo>
                      <a:pt x="148590" y="293372"/>
                    </a:lnTo>
                    <a:lnTo>
                      <a:pt x="154940" y="293372"/>
                    </a:lnTo>
                    <a:lnTo>
                      <a:pt x="154940" y="296547"/>
                    </a:lnTo>
                    <a:cubicBezTo>
                      <a:pt x="154940" y="298198"/>
                      <a:pt x="154305" y="299849"/>
                      <a:pt x="153035" y="300992"/>
                    </a:cubicBezTo>
                    <a:lnTo>
                      <a:pt x="146685" y="307342"/>
                    </a:lnTo>
                    <a:cubicBezTo>
                      <a:pt x="145542" y="308485"/>
                      <a:pt x="143891" y="309247"/>
                      <a:pt x="142240" y="309247"/>
                    </a:cubicBezTo>
                    <a:lnTo>
                      <a:pt x="139065" y="309247"/>
                    </a:lnTo>
                    <a:lnTo>
                      <a:pt x="139065" y="302897"/>
                    </a:lnTo>
                    <a:lnTo>
                      <a:pt x="143510" y="307342"/>
                    </a:lnTo>
                    <a:lnTo>
                      <a:pt x="140335" y="310517"/>
                    </a:lnTo>
                    <a:cubicBezTo>
                      <a:pt x="139192" y="311660"/>
                      <a:pt x="137541" y="312422"/>
                      <a:pt x="135890" y="312422"/>
                    </a:cubicBezTo>
                    <a:lnTo>
                      <a:pt x="126365" y="312422"/>
                    </a:lnTo>
                    <a:lnTo>
                      <a:pt x="126365" y="306072"/>
                    </a:lnTo>
                    <a:lnTo>
                      <a:pt x="130810" y="310517"/>
                    </a:lnTo>
                    <a:lnTo>
                      <a:pt x="127635" y="313692"/>
                    </a:lnTo>
                    <a:cubicBezTo>
                      <a:pt x="126492" y="314835"/>
                      <a:pt x="124841" y="315597"/>
                      <a:pt x="123190" y="315597"/>
                    </a:cubicBezTo>
                    <a:lnTo>
                      <a:pt x="113665" y="315597"/>
                    </a:lnTo>
                    <a:lnTo>
                      <a:pt x="113665" y="309247"/>
                    </a:lnTo>
                    <a:lnTo>
                      <a:pt x="118110" y="313692"/>
                    </a:lnTo>
                    <a:lnTo>
                      <a:pt x="114935" y="316867"/>
                    </a:lnTo>
                    <a:cubicBezTo>
                      <a:pt x="113792" y="318010"/>
                      <a:pt x="112141" y="318772"/>
                      <a:pt x="110490" y="318772"/>
                    </a:cubicBezTo>
                    <a:lnTo>
                      <a:pt x="88392" y="318772"/>
                    </a:lnTo>
                    <a:lnTo>
                      <a:pt x="88392" y="312422"/>
                    </a:lnTo>
                    <a:lnTo>
                      <a:pt x="92837" y="316867"/>
                    </a:lnTo>
                    <a:lnTo>
                      <a:pt x="89662" y="320042"/>
                    </a:lnTo>
                    <a:cubicBezTo>
                      <a:pt x="88519" y="321185"/>
                      <a:pt x="86868" y="321947"/>
                      <a:pt x="85217" y="321947"/>
                    </a:cubicBezTo>
                    <a:lnTo>
                      <a:pt x="44196" y="321947"/>
                    </a:lnTo>
                    <a:cubicBezTo>
                      <a:pt x="42545" y="321947"/>
                      <a:pt x="40894" y="321312"/>
                      <a:pt x="39751" y="320042"/>
                    </a:cubicBezTo>
                    <a:lnTo>
                      <a:pt x="36576" y="316867"/>
                    </a:lnTo>
                    <a:lnTo>
                      <a:pt x="41021" y="312422"/>
                    </a:lnTo>
                    <a:lnTo>
                      <a:pt x="41021" y="318772"/>
                    </a:lnTo>
                    <a:lnTo>
                      <a:pt x="37846" y="318772"/>
                    </a:lnTo>
                    <a:cubicBezTo>
                      <a:pt x="36195" y="318772"/>
                      <a:pt x="34544" y="318137"/>
                      <a:pt x="33401" y="316867"/>
                    </a:cubicBezTo>
                    <a:lnTo>
                      <a:pt x="30226" y="313692"/>
                    </a:lnTo>
                    <a:cubicBezTo>
                      <a:pt x="29083" y="312549"/>
                      <a:pt x="28321" y="310898"/>
                      <a:pt x="28321" y="309247"/>
                    </a:cubicBezTo>
                    <a:lnTo>
                      <a:pt x="28321" y="299722"/>
                    </a:lnTo>
                    <a:lnTo>
                      <a:pt x="34671" y="299722"/>
                    </a:lnTo>
                    <a:lnTo>
                      <a:pt x="30226" y="304167"/>
                    </a:lnTo>
                    <a:lnTo>
                      <a:pt x="27051" y="300992"/>
                    </a:lnTo>
                    <a:cubicBezTo>
                      <a:pt x="25908" y="299849"/>
                      <a:pt x="25146" y="298198"/>
                      <a:pt x="25146" y="296547"/>
                    </a:cubicBezTo>
                    <a:lnTo>
                      <a:pt x="25146" y="283847"/>
                    </a:lnTo>
                    <a:lnTo>
                      <a:pt x="31496" y="283847"/>
                    </a:lnTo>
                    <a:lnTo>
                      <a:pt x="27051" y="288292"/>
                    </a:lnTo>
                    <a:lnTo>
                      <a:pt x="23876" y="285117"/>
                    </a:lnTo>
                    <a:cubicBezTo>
                      <a:pt x="22733" y="283974"/>
                      <a:pt x="21971" y="282323"/>
                      <a:pt x="21971" y="280672"/>
                    </a:cubicBezTo>
                    <a:lnTo>
                      <a:pt x="21971" y="261749"/>
                    </a:lnTo>
                    <a:lnTo>
                      <a:pt x="28321" y="261749"/>
                    </a:lnTo>
                    <a:lnTo>
                      <a:pt x="23876" y="266194"/>
                    </a:lnTo>
                    <a:lnTo>
                      <a:pt x="20701" y="263019"/>
                    </a:lnTo>
                    <a:cubicBezTo>
                      <a:pt x="19558" y="261876"/>
                      <a:pt x="18796" y="260225"/>
                      <a:pt x="18796" y="258574"/>
                    </a:cubicBezTo>
                    <a:lnTo>
                      <a:pt x="18796" y="239651"/>
                    </a:lnTo>
                    <a:lnTo>
                      <a:pt x="25146" y="239651"/>
                    </a:lnTo>
                    <a:lnTo>
                      <a:pt x="20701" y="244096"/>
                    </a:lnTo>
                    <a:lnTo>
                      <a:pt x="17526" y="240921"/>
                    </a:lnTo>
                    <a:cubicBezTo>
                      <a:pt x="16383" y="239778"/>
                      <a:pt x="15621" y="238127"/>
                      <a:pt x="15621" y="236476"/>
                    </a:cubicBezTo>
                    <a:lnTo>
                      <a:pt x="15621" y="217552"/>
                    </a:lnTo>
                    <a:lnTo>
                      <a:pt x="21971" y="217552"/>
                    </a:lnTo>
                    <a:lnTo>
                      <a:pt x="17526" y="221998"/>
                    </a:lnTo>
                    <a:lnTo>
                      <a:pt x="14351" y="218823"/>
                    </a:lnTo>
                    <a:cubicBezTo>
                      <a:pt x="13208" y="217679"/>
                      <a:pt x="12446" y="216028"/>
                      <a:pt x="12446" y="214377"/>
                    </a:cubicBezTo>
                    <a:lnTo>
                      <a:pt x="12446" y="195454"/>
                    </a:lnTo>
                    <a:lnTo>
                      <a:pt x="18796" y="195454"/>
                    </a:lnTo>
                    <a:lnTo>
                      <a:pt x="14351" y="199899"/>
                    </a:lnTo>
                    <a:lnTo>
                      <a:pt x="11176" y="196724"/>
                    </a:lnTo>
                    <a:cubicBezTo>
                      <a:pt x="10033" y="195581"/>
                      <a:pt x="9271" y="193930"/>
                      <a:pt x="9271" y="192279"/>
                    </a:cubicBezTo>
                    <a:lnTo>
                      <a:pt x="9271" y="173356"/>
                    </a:lnTo>
                    <a:lnTo>
                      <a:pt x="15621" y="173356"/>
                    </a:lnTo>
                    <a:lnTo>
                      <a:pt x="11176" y="177801"/>
                    </a:lnTo>
                    <a:lnTo>
                      <a:pt x="8001" y="174626"/>
                    </a:lnTo>
                    <a:cubicBezTo>
                      <a:pt x="6858" y="173483"/>
                      <a:pt x="6096" y="171832"/>
                      <a:pt x="6096" y="170181"/>
                    </a:cubicBezTo>
                    <a:lnTo>
                      <a:pt x="6096" y="148210"/>
                    </a:lnTo>
                    <a:lnTo>
                      <a:pt x="12700" y="148210"/>
                    </a:lnTo>
                    <a:lnTo>
                      <a:pt x="8255" y="152655"/>
                    </a:lnTo>
                    <a:lnTo>
                      <a:pt x="5080" y="149480"/>
                    </a:lnTo>
                    <a:cubicBezTo>
                      <a:pt x="3937" y="148337"/>
                      <a:pt x="3175" y="146686"/>
                      <a:pt x="3175" y="145035"/>
                    </a:cubicBezTo>
                    <a:lnTo>
                      <a:pt x="3175" y="122937"/>
                    </a:lnTo>
                    <a:lnTo>
                      <a:pt x="9525" y="122937"/>
                    </a:lnTo>
                    <a:lnTo>
                      <a:pt x="5080" y="127382"/>
                    </a:lnTo>
                    <a:lnTo>
                      <a:pt x="1905" y="124207"/>
                    </a:lnTo>
                    <a:cubicBezTo>
                      <a:pt x="762" y="123064"/>
                      <a:pt x="0" y="121413"/>
                      <a:pt x="0" y="119762"/>
                    </a:cubicBezTo>
                    <a:lnTo>
                      <a:pt x="0" y="78741"/>
                    </a:lnTo>
                    <a:cubicBezTo>
                      <a:pt x="0" y="77089"/>
                      <a:pt x="635" y="75439"/>
                      <a:pt x="1905" y="74295"/>
                    </a:cubicBezTo>
                    <a:lnTo>
                      <a:pt x="5080" y="71120"/>
                    </a:lnTo>
                    <a:lnTo>
                      <a:pt x="9525" y="75566"/>
                    </a:lnTo>
                    <a:lnTo>
                      <a:pt x="3175" y="75566"/>
                    </a:lnTo>
                    <a:lnTo>
                      <a:pt x="3175" y="62992"/>
                    </a:lnTo>
                    <a:cubicBezTo>
                      <a:pt x="3175" y="61341"/>
                      <a:pt x="3810" y="59690"/>
                      <a:pt x="5080" y="58547"/>
                    </a:cubicBezTo>
                    <a:lnTo>
                      <a:pt x="8255" y="55372"/>
                    </a:lnTo>
                    <a:lnTo>
                      <a:pt x="12700" y="59817"/>
                    </a:lnTo>
                    <a:lnTo>
                      <a:pt x="6350" y="59817"/>
                    </a:lnTo>
                    <a:lnTo>
                      <a:pt x="6350" y="56642"/>
                    </a:lnTo>
                    <a:cubicBezTo>
                      <a:pt x="6350" y="54991"/>
                      <a:pt x="6985" y="53340"/>
                      <a:pt x="8255" y="52197"/>
                    </a:cubicBezTo>
                    <a:lnTo>
                      <a:pt x="11430" y="49022"/>
                    </a:lnTo>
                    <a:lnTo>
                      <a:pt x="15875" y="53467"/>
                    </a:lnTo>
                    <a:lnTo>
                      <a:pt x="9525" y="53467"/>
                    </a:lnTo>
                    <a:lnTo>
                      <a:pt x="9525" y="50292"/>
                    </a:lnTo>
                    <a:cubicBezTo>
                      <a:pt x="9525" y="48641"/>
                      <a:pt x="10160" y="46990"/>
                      <a:pt x="11430" y="45847"/>
                    </a:cubicBezTo>
                    <a:lnTo>
                      <a:pt x="17780" y="39497"/>
                    </a:lnTo>
                    <a:cubicBezTo>
                      <a:pt x="18923" y="38354"/>
                      <a:pt x="20574" y="37592"/>
                      <a:pt x="22225" y="37592"/>
                    </a:cubicBezTo>
                    <a:lnTo>
                      <a:pt x="25400" y="37592"/>
                    </a:lnTo>
                    <a:lnTo>
                      <a:pt x="25400" y="43942"/>
                    </a:lnTo>
                    <a:lnTo>
                      <a:pt x="20955" y="39497"/>
                    </a:lnTo>
                    <a:lnTo>
                      <a:pt x="24130" y="36322"/>
                    </a:lnTo>
                    <a:cubicBezTo>
                      <a:pt x="25273" y="35179"/>
                      <a:pt x="26924" y="34417"/>
                      <a:pt x="28575" y="34417"/>
                    </a:cubicBezTo>
                    <a:lnTo>
                      <a:pt x="31750" y="34417"/>
                    </a:lnTo>
                    <a:lnTo>
                      <a:pt x="31750" y="40767"/>
                    </a:lnTo>
                    <a:lnTo>
                      <a:pt x="27305" y="36322"/>
                    </a:lnTo>
                    <a:lnTo>
                      <a:pt x="30480" y="33147"/>
                    </a:lnTo>
                    <a:lnTo>
                      <a:pt x="34925" y="37592"/>
                    </a:lnTo>
                    <a:lnTo>
                      <a:pt x="28575" y="37592"/>
                    </a:lnTo>
                    <a:lnTo>
                      <a:pt x="28575" y="21971"/>
                    </a:lnTo>
                    <a:cubicBezTo>
                      <a:pt x="28575" y="20320"/>
                      <a:pt x="29210" y="18669"/>
                      <a:pt x="30480" y="17526"/>
                    </a:cubicBezTo>
                    <a:lnTo>
                      <a:pt x="36830" y="11176"/>
                    </a:lnTo>
                    <a:cubicBezTo>
                      <a:pt x="37973" y="10033"/>
                      <a:pt x="39624" y="9271"/>
                      <a:pt x="41275" y="9271"/>
                    </a:cubicBezTo>
                    <a:lnTo>
                      <a:pt x="44450" y="9271"/>
                    </a:lnTo>
                    <a:lnTo>
                      <a:pt x="44450" y="15621"/>
                    </a:lnTo>
                    <a:lnTo>
                      <a:pt x="40005" y="11176"/>
                    </a:lnTo>
                    <a:lnTo>
                      <a:pt x="43180" y="8001"/>
                    </a:lnTo>
                    <a:cubicBezTo>
                      <a:pt x="44323" y="6858"/>
                      <a:pt x="45974" y="6096"/>
                      <a:pt x="47625" y="6096"/>
                    </a:cubicBezTo>
                    <a:lnTo>
                      <a:pt x="53975" y="6096"/>
                    </a:lnTo>
                    <a:lnTo>
                      <a:pt x="53975" y="12446"/>
                    </a:lnTo>
                    <a:lnTo>
                      <a:pt x="49530" y="8001"/>
                    </a:lnTo>
                    <a:lnTo>
                      <a:pt x="52705" y="4826"/>
                    </a:lnTo>
                    <a:lnTo>
                      <a:pt x="57150" y="381"/>
                    </a:lnTo>
                    <a:lnTo>
                      <a:pt x="66167" y="9398"/>
                    </a:ln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4" name="Freeform 14"/>
              <p:cNvSpPr/>
              <p:nvPr/>
            </p:nvSpPr>
            <p:spPr>
              <a:xfrm>
                <a:off x="318897" y="276862"/>
                <a:ext cx="155194" cy="312041"/>
              </a:xfrm>
              <a:custGeom>
                <a:avLst/>
                <a:gdLst/>
                <a:ahLst/>
                <a:cxnLst/>
                <a:rect l="l" t="t" r="r" b="b"/>
                <a:pathLst>
                  <a:path w="155194" h="312041">
                    <a:moveTo>
                      <a:pt x="80391" y="13335"/>
                    </a:moveTo>
                    <a:lnTo>
                      <a:pt x="77216" y="16510"/>
                    </a:lnTo>
                    <a:cubicBezTo>
                      <a:pt x="76073" y="17653"/>
                      <a:pt x="74422" y="18415"/>
                      <a:pt x="72771" y="18415"/>
                    </a:cubicBezTo>
                    <a:lnTo>
                      <a:pt x="60198" y="18415"/>
                    </a:lnTo>
                    <a:lnTo>
                      <a:pt x="60198" y="12065"/>
                    </a:lnTo>
                    <a:lnTo>
                      <a:pt x="64643" y="16510"/>
                    </a:lnTo>
                    <a:lnTo>
                      <a:pt x="61468" y="19685"/>
                    </a:lnTo>
                    <a:cubicBezTo>
                      <a:pt x="60325" y="20828"/>
                      <a:pt x="58674" y="21590"/>
                      <a:pt x="57023" y="21590"/>
                    </a:cubicBezTo>
                    <a:lnTo>
                      <a:pt x="53848" y="21590"/>
                    </a:lnTo>
                    <a:lnTo>
                      <a:pt x="53848" y="15240"/>
                    </a:lnTo>
                    <a:lnTo>
                      <a:pt x="58293" y="19685"/>
                    </a:lnTo>
                    <a:lnTo>
                      <a:pt x="51943" y="26035"/>
                    </a:lnTo>
                    <a:lnTo>
                      <a:pt x="47498" y="21590"/>
                    </a:lnTo>
                    <a:lnTo>
                      <a:pt x="53848" y="21590"/>
                    </a:lnTo>
                    <a:lnTo>
                      <a:pt x="53848" y="40513"/>
                    </a:lnTo>
                    <a:cubicBezTo>
                      <a:pt x="53848" y="42164"/>
                      <a:pt x="53213" y="43815"/>
                      <a:pt x="51943" y="44958"/>
                    </a:cubicBezTo>
                    <a:lnTo>
                      <a:pt x="48768" y="48133"/>
                    </a:lnTo>
                    <a:cubicBezTo>
                      <a:pt x="47625" y="49276"/>
                      <a:pt x="45974" y="50038"/>
                      <a:pt x="44323" y="50038"/>
                    </a:cubicBezTo>
                    <a:lnTo>
                      <a:pt x="41148" y="50038"/>
                    </a:lnTo>
                    <a:lnTo>
                      <a:pt x="41148" y="43688"/>
                    </a:lnTo>
                    <a:lnTo>
                      <a:pt x="45593" y="48133"/>
                    </a:lnTo>
                    <a:lnTo>
                      <a:pt x="42418" y="51308"/>
                    </a:lnTo>
                    <a:cubicBezTo>
                      <a:pt x="41275" y="52451"/>
                      <a:pt x="39624" y="53213"/>
                      <a:pt x="37973" y="53213"/>
                    </a:cubicBezTo>
                    <a:lnTo>
                      <a:pt x="34798" y="53213"/>
                    </a:lnTo>
                    <a:lnTo>
                      <a:pt x="34798" y="46863"/>
                    </a:lnTo>
                    <a:lnTo>
                      <a:pt x="39243" y="51308"/>
                    </a:lnTo>
                    <a:lnTo>
                      <a:pt x="32893" y="57658"/>
                    </a:lnTo>
                    <a:cubicBezTo>
                      <a:pt x="31750" y="58801"/>
                      <a:pt x="30099" y="59563"/>
                      <a:pt x="28448" y="59563"/>
                    </a:cubicBezTo>
                    <a:lnTo>
                      <a:pt x="25273" y="59563"/>
                    </a:lnTo>
                    <a:lnTo>
                      <a:pt x="25273" y="53213"/>
                    </a:lnTo>
                    <a:lnTo>
                      <a:pt x="29718" y="57658"/>
                    </a:lnTo>
                    <a:lnTo>
                      <a:pt x="13970" y="73406"/>
                    </a:lnTo>
                    <a:lnTo>
                      <a:pt x="9525" y="68961"/>
                    </a:lnTo>
                    <a:lnTo>
                      <a:pt x="15875" y="68961"/>
                    </a:lnTo>
                    <a:lnTo>
                      <a:pt x="15875" y="72136"/>
                    </a:lnTo>
                    <a:cubicBezTo>
                      <a:pt x="15875" y="73788"/>
                      <a:pt x="15240" y="75438"/>
                      <a:pt x="13970" y="76582"/>
                    </a:cubicBezTo>
                    <a:lnTo>
                      <a:pt x="10795" y="79757"/>
                    </a:lnTo>
                    <a:lnTo>
                      <a:pt x="6350" y="75311"/>
                    </a:lnTo>
                    <a:lnTo>
                      <a:pt x="12700" y="75311"/>
                    </a:lnTo>
                    <a:lnTo>
                      <a:pt x="12700" y="119381"/>
                    </a:lnTo>
                    <a:lnTo>
                      <a:pt x="6350" y="119381"/>
                    </a:lnTo>
                    <a:lnTo>
                      <a:pt x="10795" y="114936"/>
                    </a:lnTo>
                    <a:lnTo>
                      <a:pt x="13970" y="118111"/>
                    </a:lnTo>
                    <a:cubicBezTo>
                      <a:pt x="15113" y="119254"/>
                      <a:pt x="15875" y="120905"/>
                      <a:pt x="15875" y="122556"/>
                    </a:cubicBezTo>
                    <a:lnTo>
                      <a:pt x="15875" y="182500"/>
                    </a:lnTo>
                    <a:lnTo>
                      <a:pt x="9525" y="182500"/>
                    </a:lnTo>
                    <a:lnTo>
                      <a:pt x="13970" y="178055"/>
                    </a:lnTo>
                    <a:lnTo>
                      <a:pt x="17145" y="181230"/>
                    </a:lnTo>
                    <a:cubicBezTo>
                      <a:pt x="18288" y="182373"/>
                      <a:pt x="19050" y="184024"/>
                      <a:pt x="19050" y="185675"/>
                    </a:cubicBezTo>
                    <a:lnTo>
                      <a:pt x="19050" y="239270"/>
                    </a:lnTo>
                    <a:lnTo>
                      <a:pt x="12700" y="239270"/>
                    </a:lnTo>
                    <a:lnTo>
                      <a:pt x="17145" y="234825"/>
                    </a:lnTo>
                    <a:lnTo>
                      <a:pt x="20320" y="238000"/>
                    </a:lnTo>
                    <a:cubicBezTo>
                      <a:pt x="21463" y="239143"/>
                      <a:pt x="22225" y="240794"/>
                      <a:pt x="22225" y="242445"/>
                    </a:cubicBezTo>
                    <a:lnTo>
                      <a:pt x="22225" y="255018"/>
                    </a:lnTo>
                    <a:lnTo>
                      <a:pt x="15875" y="255018"/>
                    </a:lnTo>
                    <a:lnTo>
                      <a:pt x="20320" y="250573"/>
                    </a:lnTo>
                    <a:lnTo>
                      <a:pt x="23495" y="253748"/>
                    </a:lnTo>
                    <a:cubicBezTo>
                      <a:pt x="24638" y="254891"/>
                      <a:pt x="25400" y="256542"/>
                      <a:pt x="25400" y="258193"/>
                    </a:cubicBezTo>
                    <a:lnTo>
                      <a:pt x="25400" y="261368"/>
                    </a:lnTo>
                    <a:lnTo>
                      <a:pt x="19050" y="261368"/>
                    </a:lnTo>
                    <a:lnTo>
                      <a:pt x="23495" y="256923"/>
                    </a:lnTo>
                    <a:lnTo>
                      <a:pt x="29845" y="263273"/>
                    </a:lnTo>
                    <a:cubicBezTo>
                      <a:pt x="30988" y="264416"/>
                      <a:pt x="31750" y="266067"/>
                      <a:pt x="31750" y="267718"/>
                    </a:cubicBezTo>
                    <a:lnTo>
                      <a:pt x="31750" y="270893"/>
                    </a:lnTo>
                    <a:lnTo>
                      <a:pt x="25400" y="270893"/>
                    </a:lnTo>
                    <a:lnTo>
                      <a:pt x="29845" y="266448"/>
                    </a:lnTo>
                    <a:lnTo>
                      <a:pt x="55118" y="291721"/>
                    </a:lnTo>
                    <a:lnTo>
                      <a:pt x="50673" y="296166"/>
                    </a:lnTo>
                    <a:lnTo>
                      <a:pt x="50673" y="289816"/>
                    </a:lnTo>
                    <a:lnTo>
                      <a:pt x="53848" y="289816"/>
                    </a:lnTo>
                    <a:cubicBezTo>
                      <a:pt x="55499" y="289816"/>
                      <a:pt x="57150" y="290451"/>
                      <a:pt x="58293" y="291721"/>
                    </a:cubicBezTo>
                    <a:lnTo>
                      <a:pt x="64643" y="298071"/>
                    </a:lnTo>
                    <a:lnTo>
                      <a:pt x="60198" y="302516"/>
                    </a:lnTo>
                    <a:lnTo>
                      <a:pt x="60198" y="296166"/>
                    </a:lnTo>
                    <a:lnTo>
                      <a:pt x="63373" y="296166"/>
                    </a:lnTo>
                    <a:cubicBezTo>
                      <a:pt x="65024" y="296166"/>
                      <a:pt x="66675" y="296801"/>
                      <a:pt x="67818" y="298071"/>
                    </a:cubicBezTo>
                    <a:lnTo>
                      <a:pt x="70993" y="301246"/>
                    </a:lnTo>
                    <a:lnTo>
                      <a:pt x="66548" y="305691"/>
                    </a:lnTo>
                    <a:lnTo>
                      <a:pt x="66548" y="299341"/>
                    </a:lnTo>
                    <a:lnTo>
                      <a:pt x="76073" y="299341"/>
                    </a:lnTo>
                    <a:lnTo>
                      <a:pt x="76073" y="305691"/>
                    </a:lnTo>
                    <a:lnTo>
                      <a:pt x="71628" y="301246"/>
                    </a:lnTo>
                    <a:lnTo>
                      <a:pt x="74803" y="298071"/>
                    </a:lnTo>
                    <a:cubicBezTo>
                      <a:pt x="75946" y="296928"/>
                      <a:pt x="77597" y="296166"/>
                      <a:pt x="79248" y="296166"/>
                    </a:cubicBezTo>
                    <a:lnTo>
                      <a:pt x="85598" y="296166"/>
                    </a:lnTo>
                    <a:lnTo>
                      <a:pt x="85598" y="302516"/>
                    </a:lnTo>
                    <a:lnTo>
                      <a:pt x="81153" y="298071"/>
                    </a:lnTo>
                    <a:lnTo>
                      <a:pt x="84328" y="294896"/>
                    </a:lnTo>
                    <a:cubicBezTo>
                      <a:pt x="85471" y="293753"/>
                      <a:pt x="87122" y="292991"/>
                      <a:pt x="88773" y="292991"/>
                    </a:cubicBezTo>
                    <a:lnTo>
                      <a:pt x="95123" y="292991"/>
                    </a:lnTo>
                    <a:lnTo>
                      <a:pt x="95123" y="299341"/>
                    </a:lnTo>
                    <a:lnTo>
                      <a:pt x="90424" y="294642"/>
                    </a:lnTo>
                    <a:lnTo>
                      <a:pt x="93599" y="291467"/>
                    </a:lnTo>
                    <a:cubicBezTo>
                      <a:pt x="94742" y="290324"/>
                      <a:pt x="96393" y="289562"/>
                      <a:pt x="98044" y="289562"/>
                    </a:cubicBezTo>
                    <a:lnTo>
                      <a:pt x="101219" y="289562"/>
                    </a:lnTo>
                    <a:lnTo>
                      <a:pt x="101219" y="295912"/>
                    </a:lnTo>
                    <a:lnTo>
                      <a:pt x="96774" y="291467"/>
                    </a:lnTo>
                    <a:lnTo>
                      <a:pt x="99949" y="288292"/>
                    </a:lnTo>
                    <a:cubicBezTo>
                      <a:pt x="101092" y="287149"/>
                      <a:pt x="102743" y="286387"/>
                      <a:pt x="104394" y="286387"/>
                    </a:cubicBezTo>
                    <a:lnTo>
                      <a:pt x="107569" y="286387"/>
                    </a:lnTo>
                    <a:lnTo>
                      <a:pt x="107569" y="292737"/>
                    </a:lnTo>
                    <a:lnTo>
                      <a:pt x="103124" y="288292"/>
                    </a:lnTo>
                    <a:lnTo>
                      <a:pt x="106299" y="285117"/>
                    </a:lnTo>
                    <a:cubicBezTo>
                      <a:pt x="107442" y="283974"/>
                      <a:pt x="109093" y="283212"/>
                      <a:pt x="110744" y="283212"/>
                    </a:cubicBezTo>
                    <a:lnTo>
                      <a:pt x="113919" y="283212"/>
                    </a:lnTo>
                    <a:lnTo>
                      <a:pt x="113919" y="289562"/>
                    </a:lnTo>
                    <a:lnTo>
                      <a:pt x="109474" y="285117"/>
                    </a:lnTo>
                    <a:lnTo>
                      <a:pt x="112649" y="281942"/>
                    </a:lnTo>
                    <a:cubicBezTo>
                      <a:pt x="113792" y="280799"/>
                      <a:pt x="115443" y="280037"/>
                      <a:pt x="117094" y="280037"/>
                    </a:cubicBezTo>
                    <a:lnTo>
                      <a:pt x="120269" y="280037"/>
                    </a:lnTo>
                    <a:lnTo>
                      <a:pt x="120269" y="286387"/>
                    </a:lnTo>
                    <a:lnTo>
                      <a:pt x="115824" y="281942"/>
                    </a:lnTo>
                    <a:lnTo>
                      <a:pt x="118999" y="278767"/>
                    </a:lnTo>
                    <a:cubicBezTo>
                      <a:pt x="120142" y="277624"/>
                      <a:pt x="121793" y="276862"/>
                      <a:pt x="123444" y="276862"/>
                    </a:cubicBezTo>
                    <a:lnTo>
                      <a:pt x="126619" y="276862"/>
                    </a:lnTo>
                    <a:lnTo>
                      <a:pt x="126619" y="283212"/>
                    </a:lnTo>
                    <a:lnTo>
                      <a:pt x="122174" y="278767"/>
                    </a:lnTo>
                    <a:lnTo>
                      <a:pt x="125349" y="275592"/>
                    </a:lnTo>
                    <a:cubicBezTo>
                      <a:pt x="126492" y="274449"/>
                      <a:pt x="128143" y="273687"/>
                      <a:pt x="129794" y="273687"/>
                    </a:cubicBezTo>
                    <a:lnTo>
                      <a:pt x="132969" y="273687"/>
                    </a:lnTo>
                    <a:lnTo>
                      <a:pt x="132969" y="280037"/>
                    </a:lnTo>
                    <a:lnTo>
                      <a:pt x="128524" y="275592"/>
                    </a:lnTo>
                    <a:lnTo>
                      <a:pt x="134874" y="269242"/>
                    </a:lnTo>
                    <a:cubicBezTo>
                      <a:pt x="136017" y="268099"/>
                      <a:pt x="137668" y="267337"/>
                      <a:pt x="139319" y="267337"/>
                    </a:cubicBezTo>
                    <a:lnTo>
                      <a:pt x="142494" y="267337"/>
                    </a:lnTo>
                    <a:lnTo>
                      <a:pt x="142494" y="273687"/>
                    </a:lnTo>
                    <a:lnTo>
                      <a:pt x="138049" y="269242"/>
                    </a:lnTo>
                    <a:lnTo>
                      <a:pt x="144399" y="262892"/>
                    </a:lnTo>
                    <a:lnTo>
                      <a:pt x="148844" y="267337"/>
                    </a:lnTo>
                    <a:lnTo>
                      <a:pt x="142494" y="267337"/>
                    </a:lnTo>
                    <a:lnTo>
                      <a:pt x="142494" y="106681"/>
                    </a:lnTo>
                    <a:lnTo>
                      <a:pt x="148844" y="106681"/>
                    </a:lnTo>
                    <a:lnTo>
                      <a:pt x="144399" y="111126"/>
                    </a:lnTo>
                    <a:lnTo>
                      <a:pt x="141224" y="107951"/>
                    </a:lnTo>
                    <a:cubicBezTo>
                      <a:pt x="140081" y="106808"/>
                      <a:pt x="139319" y="105157"/>
                      <a:pt x="139319" y="103506"/>
                    </a:cubicBezTo>
                    <a:lnTo>
                      <a:pt x="139319" y="84583"/>
                    </a:lnTo>
                    <a:lnTo>
                      <a:pt x="145669" y="84583"/>
                    </a:lnTo>
                    <a:lnTo>
                      <a:pt x="141224" y="89028"/>
                    </a:lnTo>
                    <a:lnTo>
                      <a:pt x="138049" y="85853"/>
                    </a:lnTo>
                    <a:cubicBezTo>
                      <a:pt x="136906" y="84710"/>
                      <a:pt x="136144" y="83059"/>
                      <a:pt x="136144" y="81408"/>
                    </a:cubicBezTo>
                    <a:lnTo>
                      <a:pt x="136144" y="78233"/>
                    </a:lnTo>
                    <a:lnTo>
                      <a:pt x="142494" y="78233"/>
                    </a:lnTo>
                    <a:lnTo>
                      <a:pt x="138049" y="82678"/>
                    </a:lnTo>
                    <a:lnTo>
                      <a:pt x="131699" y="76328"/>
                    </a:lnTo>
                    <a:cubicBezTo>
                      <a:pt x="130556" y="75184"/>
                      <a:pt x="129794" y="73533"/>
                      <a:pt x="129794" y="71882"/>
                    </a:cubicBezTo>
                    <a:lnTo>
                      <a:pt x="129794" y="68707"/>
                    </a:lnTo>
                    <a:lnTo>
                      <a:pt x="136144" y="68707"/>
                    </a:lnTo>
                    <a:lnTo>
                      <a:pt x="131699" y="73152"/>
                    </a:lnTo>
                    <a:lnTo>
                      <a:pt x="106426" y="47879"/>
                    </a:lnTo>
                    <a:lnTo>
                      <a:pt x="110871" y="43434"/>
                    </a:lnTo>
                    <a:lnTo>
                      <a:pt x="110871" y="49784"/>
                    </a:lnTo>
                    <a:lnTo>
                      <a:pt x="107696" y="49784"/>
                    </a:lnTo>
                    <a:cubicBezTo>
                      <a:pt x="106045" y="49784"/>
                      <a:pt x="104394" y="49149"/>
                      <a:pt x="103251" y="47879"/>
                    </a:cubicBezTo>
                    <a:lnTo>
                      <a:pt x="96901" y="41529"/>
                    </a:lnTo>
                    <a:cubicBezTo>
                      <a:pt x="95758" y="40386"/>
                      <a:pt x="94996" y="38735"/>
                      <a:pt x="94996" y="37084"/>
                    </a:cubicBezTo>
                    <a:lnTo>
                      <a:pt x="94996" y="21590"/>
                    </a:lnTo>
                    <a:lnTo>
                      <a:pt x="101346" y="21590"/>
                    </a:lnTo>
                    <a:lnTo>
                      <a:pt x="96901" y="26035"/>
                    </a:lnTo>
                    <a:lnTo>
                      <a:pt x="90551" y="19685"/>
                    </a:lnTo>
                    <a:lnTo>
                      <a:pt x="94996" y="15240"/>
                    </a:lnTo>
                    <a:lnTo>
                      <a:pt x="94996" y="21590"/>
                    </a:lnTo>
                    <a:lnTo>
                      <a:pt x="91821" y="21590"/>
                    </a:lnTo>
                    <a:cubicBezTo>
                      <a:pt x="90170" y="21590"/>
                      <a:pt x="88519" y="20955"/>
                      <a:pt x="87376" y="19685"/>
                    </a:cubicBezTo>
                    <a:lnTo>
                      <a:pt x="84201" y="16510"/>
                    </a:lnTo>
                    <a:lnTo>
                      <a:pt x="88646" y="12065"/>
                    </a:lnTo>
                    <a:lnTo>
                      <a:pt x="88646" y="18415"/>
                    </a:lnTo>
                    <a:lnTo>
                      <a:pt x="79121" y="18415"/>
                    </a:lnTo>
                    <a:lnTo>
                      <a:pt x="72771" y="18415"/>
                    </a:lnTo>
                    <a:lnTo>
                      <a:pt x="72771" y="5715"/>
                    </a:lnTo>
                    <a:lnTo>
                      <a:pt x="79121" y="5715"/>
                    </a:lnTo>
                    <a:lnTo>
                      <a:pt x="88646" y="5715"/>
                    </a:lnTo>
                    <a:cubicBezTo>
                      <a:pt x="90297" y="5715"/>
                      <a:pt x="91948" y="6350"/>
                      <a:pt x="93091" y="7620"/>
                    </a:cubicBezTo>
                    <a:lnTo>
                      <a:pt x="96266" y="10795"/>
                    </a:lnTo>
                    <a:lnTo>
                      <a:pt x="91821" y="15240"/>
                    </a:lnTo>
                    <a:lnTo>
                      <a:pt x="91821" y="8890"/>
                    </a:lnTo>
                    <a:lnTo>
                      <a:pt x="94996" y="8890"/>
                    </a:lnTo>
                    <a:cubicBezTo>
                      <a:pt x="96647" y="8890"/>
                      <a:pt x="98298" y="9525"/>
                      <a:pt x="99441" y="10795"/>
                    </a:cubicBezTo>
                    <a:lnTo>
                      <a:pt x="105791" y="17145"/>
                    </a:lnTo>
                    <a:cubicBezTo>
                      <a:pt x="106934" y="18288"/>
                      <a:pt x="107696" y="19939"/>
                      <a:pt x="107696" y="21590"/>
                    </a:cubicBezTo>
                    <a:lnTo>
                      <a:pt x="107696" y="37338"/>
                    </a:lnTo>
                    <a:lnTo>
                      <a:pt x="101346" y="37338"/>
                    </a:lnTo>
                    <a:lnTo>
                      <a:pt x="105791" y="32893"/>
                    </a:lnTo>
                    <a:lnTo>
                      <a:pt x="112141" y="39243"/>
                    </a:lnTo>
                    <a:lnTo>
                      <a:pt x="107696" y="43688"/>
                    </a:lnTo>
                    <a:lnTo>
                      <a:pt x="107696" y="37338"/>
                    </a:lnTo>
                    <a:lnTo>
                      <a:pt x="110871" y="37338"/>
                    </a:lnTo>
                    <a:cubicBezTo>
                      <a:pt x="112522" y="37338"/>
                      <a:pt x="114173" y="37973"/>
                      <a:pt x="115316" y="39243"/>
                    </a:cubicBezTo>
                    <a:lnTo>
                      <a:pt x="140589" y="64516"/>
                    </a:lnTo>
                    <a:cubicBezTo>
                      <a:pt x="141732" y="65659"/>
                      <a:pt x="142494" y="67310"/>
                      <a:pt x="142494" y="68961"/>
                    </a:cubicBezTo>
                    <a:lnTo>
                      <a:pt x="142494" y="72136"/>
                    </a:lnTo>
                    <a:lnTo>
                      <a:pt x="136144" y="72136"/>
                    </a:lnTo>
                    <a:lnTo>
                      <a:pt x="140589" y="67691"/>
                    </a:lnTo>
                    <a:lnTo>
                      <a:pt x="146939" y="74041"/>
                    </a:lnTo>
                    <a:cubicBezTo>
                      <a:pt x="148082" y="75184"/>
                      <a:pt x="148844" y="76836"/>
                      <a:pt x="148844" y="78487"/>
                    </a:cubicBezTo>
                    <a:lnTo>
                      <a:pt x="148844" y="81662"/>
                    </a:lnTo>
                    <a:lnTo>
                      <a:pt x="142494" y="81662"/>
                    </a:lnTo>
                    <a:lnTo>
                      <a:pt x="146939" y="77217"/>
                    </a:lnTo>
                    <a:lnTo>
                      <a:pt x="150114" y="80392"/>
                    </a:lnTo>
                    <a:cubicBezTo>
                      <a:pt x="151257" y="81535"/>
                      <a:pt x="152019" y="83186"/>
                      <a:pt x="152019" y="84837"/>
                    </a:cubicBezTo>
                    <a:lnTo>
                      <a:pt x="152019" y="103760"/>
                    </a:lnTo>
                    <a:lnTo>
                      <a:pt x="145669" y="103760"/>
                    </a:lnTo>
                    <a:lnTo>
                      <a:pt x="150114" y="99315"/>
                    </a:lnTo>
                    <a:lnTo>
                      <a:pt x="153289" y="102490"/>
                    </a:lnTo>
                    <a:cubicBezTo>
                      <a:pt x="154432" y="103633"/>
                      <a:pt x="155194" y="105284"/>
                      <a:pt x="155194" y="106935"/>
                    </a:cubicBezTo>
                    <a:lnTo>
                      <a:pt x="155194" y="267591"/>
                    </a:lnTo>
                    <a:cubicBezTo>
                      <a:pt x="155194" y="269242"/>
                      <a:pt x="154559" y="270893"/>
                      <a:pt x="153289" y="272036"/>
                    </a:cubicBezTo>
                    <a:lnTo>
                      <a:pt x="146939" y="278386"/>
                    </a:lnTo>
                    <a:cubicBezTo>
                      <a:pt x="145796" y="279529"/>
                      <a:pt x="144145" y="280291"/>
                      <a:pt x="142494" y="280291"/>
                    </a:cubicBezTo>
                    <a:lnTo>
                      <a:pt x="139319" y="280291"/>
                    </a:lnTo>
                    <a:lnTo>
                      <a:pt x="139319" y="273941"/>
                    </a:lnTo>
                    <a:lnTo>
                      <a:pt x="143764" y="278386"/>
                    </a:lnTo>
                    <a:lnTo>
                      <a:pt x="137414" y="284736"/>
                    </a:lnTo>
                    <a:cubicBezTo>
                      <a:pt x="136271" y="285879"/>
                      <a:pt x="134620" y="286641"/>
                      <a:pt x="132969" y="286641"/>
                    </a:cubicBezTo>
                    <a:lnTo>
                      <a:pt x="129794" y="286641"/>
                    </a:lnTo>
                    <a:lnTo>
                      <a:pt x="129794" y="280291"/>
                    </a:lnTo>
                    <a:lnTo>
                      <a:pt x="134239" y="284736"/>
                    </a:lnTo>
                    <a:lnTo>
                      <a:pt x="131064" y="287911"/>
                    </a:lnTo>
                    <a:cubicBezTo>
                      <a:pt x="129921" y="289054"/>
                      <a:pt x="128270" y="289816"/>
                      <a:pt x="126619" y="289816"/>
                    </a:cubicBezTo>
                    <a:lnTo>
                      <a:pt x="123444" y="289816"/>
                    </a:lnTo>
                    <a:lnTo>
                      <a:pt x="123444" y="283466"/>
                    </a:lnTo>
                    <a:lnTo>
                      <a:pt x="127889" y="287911"/>
                    </a:lnTo>
                    <a:lnTo>
                      <a:pt x="124714" y="291086"/>
                    </a:lnTo>
                    <a:cubicBezTo>
                      <a:pt x="123571" y="292229"/>
                      <a:pt x="121920" y="292991"/>
                      <a:pt x="120269" y="292991"/>
                    </a:cubicBezTo>
                    <a:lnTo>
                      <a:pt x="117094" y="292991"/>
                    </a:lnTo>
                    <a:lnTo>
                      <a:pt x="117094" y="286641"/>
                    </a:lnTo>
                    <a:lnTo>
                      <a:pt x="121539" y="291086"/>
                    </a:lnTo>
                    <a:lnTo>
                      <a:pt x="118364" y="294261"/>
                    </a:lnTo>
                    <a:cubicBezTo>
                      <a:pt x="117221" y="295404"/>
                      <a:pt x="115570" y="296166"/>
                      <a:pt x="113919" y="296166"/>
                    </a:cubicBezTo>
                    <a:lnTo>
                      <a:pt x="110744" y="296166"/>
                    </a:lnTo>
                    <a:lnTo>
                      <a:pt x="110744" y="289816"/>
                    </a:lnTo>
                    <a:lnTo>
                      <a:pt x="115189" y="294261"/>
                    </a:lnTo>
                    <a:lnTo>
                      <a:pt x="112014" y="297436"/>
                    </a:lnTo>
                    <a:cubicBezTo>
                      <a:pt x="110871" y="298579"/>
                      <a:pt x="109220" y="299341"/>
                      <a:pt x="107569" y="299341"/>
                    </a:cubicBezTo>
                    <a:lnTo>
                      <a:pt x="104394" y="299341"/>
                    </a:lnTo>
                    <a:lnTo>
                      <a:pt x="104394" y="292991"/>
                    </a:lnTo>
                    <a:lnTo>
                      <a:pt x="108839" y="297436"/>
                    </a:lnTo>
                    <a:lnTo>
                      <a:pt x="105664" y="300611"/>
                    </a:lnTo>
                    <a:cubicBezTo>
                      <a:pt x="104521" y="301754"/>
                      <a:pt x="102870" y="302516"/>
                      <a:pt x="101219" y="302516"/>
                    </a:cubicBezTo>
                    <a:lnTo>
                      <a:pt x="98044" y="302516"/>
                    </a:lnTo>
                    <a:lnTo>
                      <a:pt x="98044" y="296166"/>
                    </a:lnTo>
                    <a:lnTo>
                      <a:pt x="102489" y="300611"/>
                    </a:lnTo>
                    <a:lnTo>
                      <a:pt x="99314" y="303786"/>
                    </a:lnTo>
                    <a:cubicBezTo>
                      <a:pt x="98171" y="304929"/>
                      <a:pt x="96520" y="305691"/>
                      <a:pt x="94869" y="305691"/>
                    </a:cubicBezTo>
                    <a:lnTo>
                      <a:pt x="88519" y="305691"/>
                    </a:lnTo>
                    <a:lnTo>
                      <a:pt x="88519" y="299341"/>
                    </a:lnTo>
                    <a:lnTo>
                      <a:pt x="92964" y="303786"/>
                    </a:lnTo>
                    <a:lnTo>
                      <a:pt x="89789" y="306961"/>
                    </a:lnTo>
                    <a:cubicBezTo>
                      <a:pt x="88646" y="308104"/>
                      <a:pt x="86995" y="308866"/>
                      <a:pt x="85344" y="308866"/>
                    </a:cubicBezTo>
                    <a:lnTo>
                      <a:pt x="78994" y="308866"/>
                    </a:lnTo>
                    <a:lnTo>
                      <a:pt x="78994" y="302516"/>
                    </a:lnTo>
                    <a:lnTo>
                      <a:pt x="83439" y="306961"/>
                    </a:lnTo>
                    <a:lnTo>
                      <a:pt x="80264" y="310136"/>
                    </a:lnTo>
                    <a:cubicBezTo>
                      <a:pt x="79121" y="311279"/>
                      <a:pt x="77470" y="312041"/>
                      <a:pt x="75819" y="312041"/>
                    </a:cubicBezTo>
                    <a:lnTo>
                      <a:pt x="66294" y="312041"/>
                    </a:lnTo>
                    <a:cubicBezTo>
                      <a:pt x="64643" y="312041"/>
                      <a:pt x="62992" y="311406"/>
                      <a:pt x="61849" y="310136"/>
                    </a:cubicBezTo>
                    <a:lnTo>
                      <a:pt x="58674" y="306961"/>
                    </a:lnTo>
                    <a:lnTo>
                      <a:pt x="63119" y="302516"/>
                    </a:lnTo>
                    <a:lnTo>
                      <a:pt x="63119" y="308866"/>
                    </a:lnTo>
                    <a:lnTo>
                      <a:pt x="59944" y="308866"/>
                    </a:lnTo>
                    <a:cubicBezTo>
                      <a:pt x="58293" y="308866"/>
                      <a:pt x="56642" y="308231"/>
                      <a:pt x="55499" y="306961"/>
                    </a:cubicBezTo>
                    <a:lnTo>
                      <a:pt x="49149" y="300611"/>
                    </a:lnTo>
                    <a:lnTo>
                      <a:pt x="53594" y="296166"/>
                    </a:lnTo>
                    <a:lnTo>
                      <a:pt x="53594" y="302516"/>
                    </a:lnTo>
                    <a:lnTo>
                      <a:pt x="50673" y="302516"/>
                    </a:lnTo>
                    <a:cubicBezTo>
                      <a:pt x="49022" y="302516"/>
                      <a:pt x="47371" y="301881"/>
                      <a:pt x="46228" y="300611"/>
                    </a:cubicBezTo>
                    <a:lnTo>
                      <a:pt x="20955" y="275338"/>
                    </a:lnTo>
                    <a:cubicBezTo>
                      <a:pt x="19812" y="274195"/>
                      <a:pt x="19050" y="272544"/>
                      <a:pt x="19050" y="270893"/>
                    </a:cubicBezTo>
                    <a:lnTo>
                      <a:pt x="19050" y="267718"/>
                    </a:lnTo>
                    <a:lnTo>
                      <a:pt x="25400" y="267718"/>
                    </a:lnTo>
                    <a:lnTo>
                      <a:pt x="20955" y="272163"/>
                    </a:lnTo>
                    <a:lnTo>
                      <a:pt x="14605" y="265813"/>
                    </a:lnTo>
                    <a:cubicBezTo>
                      <a:pt x="13462" y="264670"/>
                      <a:pt x="12700" y="263019"/>
                      <a:pt x="12700" y="261368"/>
                    </a:cubicBezTo>
                    <a:lnTo>
                      <a:pt x="12700" y="258193"/>
                    </a:lnTo>
                    <a:lnTo>
                      <a:pt x="19050" y="258193"/>
                    </a:lnTo>
                    <a:lnTo>
                      <a:pt x="14605" y="262638"/>
                    </a:lnTo>
                    <a:lnTo>
                      <a:pt x="11430" y="259463"/>
                    </a:lnTo>
                    <a:cubicBezTo>
                      <a:pt x="10287" y="258320"/>
                      <a:pt x="9525" y="256669"/>
                      <a:pt x="9525" y="255018"/>
                    </a:cubicBezTo>
                    <a:lnTo>
                      <a:pt x="9525" y="242445"/>
                    </a:lnTo>
                    <a:lnTo>
                      <a:pt x="15875" y="242445"/>
                    </a:lnTo>
                    <a:lnTo>
                      <a:pt x="11430" y="246890"/>
                    </a:lnTo>
                    <a:lnTo>
                      <a:pt x="8255" y="243715"/>
                    </a:lnTo>
                    <a:cubicBezTo>
                      <a:pt x="7112" y="242572"/>
                      <a:pt x="6350" y="240921"/>
                      <a:pt x="6350" y="239270"/>
                    </a:cubicBezTo>
                    <a:lnTo>
                      <a:pt x="6350" y="185548"/>
                    </a:lnTo>
                    <a:lnTo>
                      <a:pt x="12700" y="185548"/>
                    </a:lnTo>
                    <a:lnTo>
                      <a:pt x="8255" y="189993"/>
                    </a:lnTo>
                    <a:lnTo>
                      <a:pt x="5080" y="186818"/>
                    </a:lnTo>
                    <a:cubicBezTo>
                      <a:pt x="3937" y="185675"/>
                      <a:pt x="3175" y="184024"/>
                      <a:pt x="3175" y="182373"/>
                    </a:cubicBezTo>
                    <a:lnTo>
                      <a:pt x="3175" y="122556"/>
                    </a:lnTo>
                    <a:lnTo>
                      <a:pt x="9525" y="122556"/>
                    </a:lnTo>
                    <a:lnTo>
                      <a:pt x="5080" y="127001"/>
                    </a:lnTo>
                    <a:lnTo>
                      <a:pt x="1905" y="123826"/>
                    </a:lnTo>
                    <a:cubicBezTo>
                      <a:pt x="762" y="122683"/>
                      <a:pt x="0" y="121032"/>
                      <a:pt x="0" y="119381"/>
                    </a:cubicBezTo>
                    <a:lnTo>
                      <a:pt x="0" y="75184"/>
                    </a:lnTo>
                    <a:cubicBezTo>
                      <a:pt x="0" y="73533"/>
                      <a:pt x="635" y="71882"/>
                      <a:pt x="1905" y="70739"/>
                    </a:cubicBezTo>
                    <a:lnTo>
                      <a:pt x="5080" y="67564"/>
                    </a:lnTo>
                    <a:lnTo>
                      <a:pt x="9525" y="72009"/>
                    </a:lnTo>
                    <a:lnTo>
                      <a:pt x="3175" y="72009"/>
                    </a:lnTo>
                    <a:lnTo>
                      <a:pt x="3175" y="68834"/>
                    </a:lnTo>
                    <a:cubicBezTo>
                      <a:pt x="3175" y="67183"/>
                      <a:pt x="3810" y="65532"/>
                      <a:pt x="5080" y="64389"/>
                    </a:cubicBezTo>
                    <a:lnTo>
                      <a:pt x="20828" y="48641"/>
                    </a:lnTo>
                    <a:cubicBezTo>
                      <a:pt x="21971" y="47498"/>
                      <a:pt x="23622" y="46736"/>
                      <a:pt x="25273" y="46736"/>
                    </a:cubicBezTo>
                    <a:lnTo>
                      <a:pt x="28448" y="46736"/>
                    </a:lnTo>
                    <a:lnTo>
                      <a:pt x="28448" y="53086"/>
                    </a:lnTo>
                    <a:lnTo>
                      <a:pt x="24003" y="48641"/>
                    </a:lnTo>
                    <a:lnTo>
                      <a:pt x="30353" y="42291"/>
                    </a:lnTo>
                    <a:cubicBezTo>
                      <a:pt x="31496" y="41148"/>
                      <a:pt x="33147" y="40386"/>
                      <a:pt x="34798" y="40386"/>
                    </a:cubicBezTo>
                    <a:lnTo>
                      <a:pt x="37973" y="40386"/>
                    </a:lnTo>
                    <a:lnTo>
                      <a:pt x="37973" y="46736"/>
                    </a:lnTo>
                    <a:lnTo>
                      <a:pt x="33528" y="42291"/>
                    </a:lnTo>
                    <a:lnTo>
                      <a:pt x="36703" y="39116"/>
                    </a:lnTo>
                    <a:cubicBezTo>
                      <a:pt x="37846" y="37973"/>
                      <a:pt x="39497" y="37211"/>
                      <a:pt x="41148" y="37211"/>
                    </a:cubicBezTo>
                    <a:lnTo>
                      <a:pt x="44323" y="37211"/>
                    </a:lnTo>
                    <a:lnTo>
                      <a:pt x="44323" y="43561"/>
                    </a:lnTo>
                    <a:lnTo>
                      <a:pt x="39878" y="39116"/>
                    </a:lnTo>
                    <a:lnTo>
                      <a:pt x="43053" y="35941"/>
                    </a:lnTo>
                    <a:lnTo>
                      <a:pt x="47498" y="40386"/>
                    </a:lnTo>
                    <a:lnTo>
                      <a:pt x="41148" y="40386"/>
                    </a:lnTo>
                    <a:lnTo>
                      <a:pt x="41148" y="21590"/>
                    </a:lnTo>
                    <a:cubicBezTo>
                      <a:pt x="41148" y="19939"/>
                      <a:pt x="41783" y="18288"/>
                      <a:pt x="43053" y="17145"/>
                    </a:cubicBezTo>
                    <a:lnTo>
                      <a:pt x="49403" y="10795"/>
                    </a:lnTo>
                    <a:cubicBezTo>
                      <a:pt x="50546" y="9652"/>
                      <a:pt x="52197" y="8890"/>
                      <a:pt x="53848" y="8890"/>
                    </a:cubicBezTo>
                    <a:lnTo>
                      <a:pt x="57023" y="8890"/>
                    </a:lnTo>
                    <a:lnTo>
                      <a:pt x="57023" y="15240"/>
                    </a:lnTo>
                    <a:lnTo>
                      <a:pt x="52578" y="10795"/>
                    </a:lnTo>
                    <a:lnTo>
                      <a:pt x="55753" y="7620"/>
                    </a:lnTo>
                    <a:cubicBezTo>
                      <a:pt x="56896" y="6477"/>
                      <a:pt x="58547" y="5715"/>
                      <a:pt x="60198" y="5715"/>
                    </a:cubicBezTo>
                    <a:lnTo>
                      <a:pt x="72771" y="5715"/>
                    </a:lnTo>
                    <a:lnTo>
                      <a:pt x="72771" y="12065"/>
                    </a:lnTo>
                    <a:lnTo>
                      <a:pt x="68326" y="7620"/>
                    </a:lnTo>
                    <a:lnTo>
                      <a:pt x="71501" y="4445"/>
                    </a:lnTo>
                    <a:lnTo>
                      <a:pt x="75946" y="0"/>
                    </a:lnTo>
                    <a:lnTo>
                      <a:pt x="84963" y="9017"/>
                    </a:ln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555625" y="150369"/>
                <a:ext cx="126619" cy="284101"/>
              </a:xfrm>
              <a:custGeom>
                <a:avLst/>
                <a:gdLst/>
                <a:ahLst/>
                <a:cxnLst/>
                <a:rect l="l" t="t" r="r" b="b"/>
                <a:pathLst>
                  <a:path w="126619" h="284101">
                    <a:moveTo>
                      <a:pt x="48768" y="13716"/>
                    </a:moveTo>
                    <a:lnTo>
                      <a:pt x="45593" y="16891"/>
                    </a:lnTo>
                    <a:cubicBezTo>
                      <a:pt x="44450" y="18034"/>
                      <a:pt x="42799" y="18796"/>
                      <a:pt x="41148" y="18796"/>
                    </a:cubicBezTo>
                    <a:lnTo>
                      <a:pt x="19050" y="18796"/>
                    </a:lnTo>
                    <a:lnTo>
                      <a:pt x="19050" y="12446"/>
                    </a:lnTo>
                    <a:lnTo>
                      <a:pt x="23495" y="16891"/>
                    </a:lnTo>
                    <a:lnTo>
                      <a:pt x="20320" y="20066"/>
                    </a:lnTo>
                    <a:lnTo>
                      <a:pt x="15875" y="15621"/>
                    </a:lnTo>
                    <a:lnTo>
                      <a:pt x="22225" y="15621"/>
                    </a:lnTo>
                    <a:lnTo>
                      <a:pt x="22225" y="18796"/>
                    </a:lnTo>
                    <a:cubicBezTo>
                      <a:pt x="22225" y="20447"/>
                      <a:pt x="21590" y="22098"/>
                      <a:pt x="20320" y="23241"/>
                    </a:cubicBezTo>
                    <a:lnTo>
                      <a:pt x="17145" y="26416"/>
                    </a:lnTo>
                    <a:lnTo>
                      <a:pt x="12700" y="21971"/>
                    </a:lnTo>
                    <a:lnTo>
                      <a:pt x="19050" y="21971"/>
                    </a:lnTo>
                    <a:lnTo>
                      <a:pt x="19050" y="28321"/>
                    </a:lnTo>
                    <a:cubicBezTo>
                      <a:pt x="19050" y="29972"/>
                      <a:pt x="18415" y="31623"/>
                      <a:pt x="17145" y="32766"/>
                    </a:cubicBezTo>
                    <a:lnTo>
                      <a:pt x="13970" y="35941"/>
                    </a:lnTo>
                    <a:lnTo>
                      <a:pt x="9525" y="31496"/>
                    </a:lnTo>
                    <a:lnTo>
                      <a:pt x="15875" y="31496"/>
                    </a:lnTo>
                    <a:lnTo>
                      <a:pt x="15875" y="75693"/>
                    </a:lnTo>
                    <a:cubicBezTo>
                      <a:pt x="15875" y="77344"/>
                      <a:pt x="15240" y="78995"/>
                      <a:pt x="13970" y="80138"/>
                    </a:cubicBezTo>
                    <a:lnTo>
                      <a:pt x="10795" y="83313"/>
                    </a:lnTo>
                    <a:lnTo>
                      <a:pt x="6350" y="78868"/>
                    </a:lnTo>
                    <a:lnTo>
                      <a:pt x="12700" y="78868"/>
                    </a:lnTo>
                    <a:lnTo>
                      <a:pt x="12700" y="229999"/>
                    </a:lnTo>
                    <a:lnTo>
                      <a:pt x="6350" y="229999"/>
                    </a:lnTo>
                    <a:lnTo>
                      <a:pt x="10795" y="225554"/>
                    </a:lnTo>
                    <a:lnTo>
                      <a:pt x="13970" y="228729"/>
                    </a:lnTo>
                    <a:cubicBezTo>
                      <a:pt x="15113" y="229872"/>
                      <a:pt x="15875" y="231523"/>
                      <a:pt x="15875" y="233174"/>
                    </a:cubicBezTo>
                    <a:lnTo>
                      <a:pt x="15875" y="239524"/>
                    </a:lnTo>
                    <a:lnTo>
                      <a:pt x="9525" y="239524"/>
                    </a:lnTo>
                    <a:lnTo>
                      <a:pt x="13970" y="235079"/>
                    </a:lnTo>
                    <a:lnTo>
                      <a:pt x="17145" y="238254"/>
                    </a:lnTo>
                    <a:cubicBezTo>
                      <a:pt x="18288" y="239397"/>
                      <a:pt x="19050" y="241048"/>
                      <a:pt x="19050" y="242699"/>
                    </a:cubicBezTo>
                    <a:lnTo>
                      <a:pt x="19050" y="245874"/>
                    </a:lnTo>
                    <a:lnTo>
                      <a:pt x="12700" y="245874"/>
                    </a:lnTo>
                    <a:lnTo>
                      <a:pt x="17145" y="241429"/>
                    </a:lnTo>
                    <a:lnTo>
                      <a:pt x="23495" y="247779"/>
                    </a:lnTo>
                    <a:lnTo>
                      <a:pt x="19050" y="252224"/>
                    </a:lnTo>
                    <a:lnTo>
                      <a:pt x="19050" y="245874"/>
                    </a:lnTo>
                    <a:lnTo>
                      <a:pt x="25400" y="245874"/>
                    </a:lnTo>
                    <a:cubicBezTo>
                      <a:pt x="27051" y="245874"/>
                      <a:pt x="28702" y="246509"/>
                      <a:pt x="29845" y="247779"/>
                    </a:cubicBezTo>
                    <a:lnTo>
                      <a:pt x="33020" y="250954"/>
                    </a:lnTo>
                    <a:lnTo>
                      <a:pt x="28575" y="255399"/>
                    </a:lnTo>
                    <a:lnTo>
                      <a:pt x="28575" y="249049"/>
                    </a:lnTo>
                    <a:lnTo>
                      <a:pt x="31750" y="249049"/>
                    </a:lnTo>
                    <a:cubicBezTo>
                      <a:pt x="33401" y="249049"/>
                      <a:pt x="35052" y="249684"/>
                      <a:pt x="36195" y="250954"/>
                    </a:cubicBezTo>
                    <a:lnTo>
                      <a:pt x="39370" y="254129"/>
                    </a:lnTo>
                    <a:cubicBezTo>
                      <a:pt x="40513" y="255272"/>
                      <a:pt x="41275" y="256923"/>
                      <a:pt x="41275" y="258574"/>
                    </a:cubicBezTo>
                    <a:lnTo>
                      <a:pt x="41275" y="271147"/>
                    </a:lnTo>
                    <a:lnTo>
                      <a:pt x="34925" y="271147"/>
                    </a:lnTo>
                    <a:lnTo>
                      <a:pt x="39370" y="266702"/>
                    </a:lnTo>
                    <a:lnTo>
                      <a:pt x="42545" y="269877"/>
                    </a:lnTo>
                    <a:lnTo>
                      <a:pt x="38100" y="274322"/>
                    </a:lnTo>
                    <a:lnTo>
                      <a:pt x="38100" y="267972"/>
                    </a:lnTo>
                    <a:lnTo>
                      <a:pt x="41275" y="267972"/>
                    </a:lnTo>
                    <a:cubicBezTo>
                      <a:pt x="42926" y="267972"/>
                      <a:pt x="44577" y="268607"/>
                      <a:pt x="45720" y="269877"/>
                    </a:cubicBezTo>
                    <a:lnTo>
                      <a:pt x="48895" y="273052"/>
                    </a:lnTo>
                    <a:lnTo>
                      <a:pt x="44450" y="277497"/>
                    </a:lnTo>
                    <a:lnTo>
                      <a:pt x="44450" y="271147"/>
                    </a:lnTo>
                    <a:lnTo>
                      <a:pt x="69723" y="271147"/>
                    </a:lnTo>
                    <a:lnTo>
                      <a:pt x="69723" y="277497"/>
                    </a:lnTo>
                    <a:lnTo>
                      <a:pt x="65278" y="273052"/>
                    </a:lnTo>
                    <a:lnTo>
                      <a:pt x="68453" y="269877"/>
                    </a:lnTo>
                    <a:cubicBezTo>
                      <a:pt x="69596" y="268734"/>
                      <a:pt x="71247" y="267972"/>
                      <a:pt x="72898" y="267972"/>
                    </a:cubicBezTo>
                    <a:lnTo>
                      <a:pt x="76073" y="267972"/>
                    </a:lnTo>
                    <a:lnTo>
                      <a:pt x="76073" y="274322"/>
                    </a:lnTo>
                    <a:lnTo>
                      <a:pt x="71628" y="269877"/>
                    </a:lnTo>
                    <a:lnTo>
                      <a:pt x="74803" y="266702"/>
                    </a:lnTo>
                    <a:lnTo>
                      <a:pt x="79248" y="271147"/>
                    </a:lnTo>
                    <a:lnTo>
                      <a:pt x="72898" y="271147"/>
                    </a:lnTo>
                    <a:lnTo>
                      <a:pt x="72898" y="261622"/>
                    </a:lnTo>
                    <a:cubicBezTo>
                      <a:pt x="72898" y="259971"/>
                      <a:pt x="73533" y="258320"/>
                      <a:pt x="74803" y="257177"/>
                    </a:cubicBezTo>
                    <a:lnTo>
                      <a:pt x="81153" y="250827"/>
                    </a:lnTo>
                    <a:cubicBezTo>
                      <a:pt x="82296" y="249684"/>
                      <a:pt x="83947" y="248922"/>
                      <a:pt x="85598" y="248922"/>
                    </a:cubicBezTo>
                    <a:lnTo>
                      <a:pt x="91948" y="248922"/>
                    </a:lnTo>
                    <a:lnTo>
                      <a:pt x="91948" y="255272"/>
                    </a:lnTo>
                    <a:lnTo>
                      <a:pt x="87503" y="250827"/>
                    </a:lnTo>
                    <a:lnTo>
                      <a:pt x="90678" y="247652"/>
                    </a:lnTo>
                    <a:cubicBezTo>
                      <a:pt x="91821" y="246509"/>
                      <a:pt x="93472" y="245747"/>
                      <a:pt x="95123" y="245747"/>
                    </a:cubicBezTo>
                    <a:lnTo>
                      <a:pt x="98298" y="245747"/>
                    </a:lnTo>
                    <a:lnTo>
                      <a:pt x="98298" y="252097"/>
                    </a:lnTo>
                    <a:lnTo>
                      <a:pt x="93853" y="247652"/>
                    </a:lnTo>
                    <a:lnTo>
                      <a:pt x="100203" y="241302"/>
                    </a:lnTo>
                    <a:lnTo>
                      <a:pt x="104648" y="245747"/>
                    </a:lnTo>
                    <a:lnTo>
                      <a:pt x="98298" y="245747"/>
                    </a:lnTo>
                    <a:lnTo>
                      <a:pt x="98298" y="242572"/>
                    </a:lnTo>
                    <a:cubicBezTo>
                      <a:pt x="98298" y="240921"/>
                      <a:pt x="98933" y="239270"/>
                      <a:pt x="100203" y="238127"/>
                    </a:cubicBezTo>
                    <a:lnTo>
                      <a:pt x="103378" y="234952"/>
                    </a:lnTo>
                    <a:lnTo>
                      <a:pt x="107823" y="239397"/>
                    </a:lnTo>
                    <a:lnTo>
                      <a:pt x="101473" y="239397"/>
                    </a:lnTo>
                    <a:lnTo>
                      <a:pt x="101473" y="229872"/>
                    </a:lnTo>
                    <a:cubicBezTo>
                      <a:pt x="101473" y="228221"/>
                      <a:pt x="102108" y="226570"/>
                      <a:pt x="103378" y="225427"/>
                    </a:cubicBezTo>
                    <a:lnTo>
                      <a:pt x="106553" y="222252"/>
                    </a:lnTo>
                    <a:lnTo>
                      <a:pt x="110998" y="226697"/>
                    </a:lnTo>
                    <a:lnTo>
                      <a:pt x="104648" y="226697"/>
                    </a:lnTo>
                    <a:lnTo>
                      <a:pt x="104648" y="195327"/>
                    </a:lnTo>
                    <a:cubicBezTo>
                      <a:pt x="104648" y="193676"/>
                      <a:pt x="105283" y="192025"/>
                      <a:pt x="106553" y="190882"/>
                    </a:cubicBezTo>
                    <a:lnTo>
                      <a:pt x="109728" y="187707"/>
                    </a:lnTo>
                    <a:lnTo>
                      <a:pt x="114173" y="192152"/>
                    </a:lnTo>
                    <a:lnTo>
                      <a:pt x="107823" y="192152"/>
                    </a:lnTo>
                    <a:lnTo>
                      <a:pt x="107823" y="141733"/>
                    </a:lnTo>
                    <a:cubicBezTo>
                      <a:pt x="107823" y="140082"/>
                      <a:pt x="108458" y="138431"/>
                      <a:pt x="109728" y="137288"/>
                    </a:cubicBezTo>
                    <a:lnTo>
                      <a:pt x="112903" y="134113"/>
                    </a:lnTo>
                    <a:lnTo>
                      <a:pt x="117348" y="138558"/>
                    </a:lnTo>
                    <a:lnTo>
                      <a:pt x="110998" y="138558"/>
                    </a:lnTo>
                    <a:lnTo>
                      <a:pt x="110998" y="81789"/>
                    </a:lnTo>
                    <a:cubicBezTo>
                      <a:pt x="110998" y="80138"/>
                      <a:pt x="111633" y="78487"/>
                      <a:pt x="112903" y="77344"/>
                    </a:cubicBezTo>
                    <a:lnTo>
                      <a:pt x="116078" y="74169"/>
                    </a:lnTo>
                    <a:lnTo>
                      <a:pt x="120523" y="78614"/>
                    </a:lnTo>
                    <a:lnTo>
                      <a:pt x="114173" y="78614"/>
                    </a:lnTo>
                    <a:lnTo>
                      <a:pt x="114173" y="34417"/>
                    </a:lnTo>
                    <a:lnTo>
                      <a:pt x="120523" y="34417"/>
                    </a:lnTo>
                    <a:lnTo>
                      <a:pt x="116078" y="38862"/>
                    </a:lnTo>
                    <a:lnTo>
                      <a:pt x="112903" y="35687"/>
                    </a:lnTo>
                    <a:cubicBezTo>
                      <a:pt x="111760" y="34544"/>
                      <a:pt x="110998" y="32893"/>
                      <a:pt x="110998" y="31242"/>
                    </a:cubicBezTo>
                    <a:lnTo>
                      <a:pt x="110998" y="24892"/>
                    </a:lnTo>
                    <a:lnTo>
                      <a:pt x="117348" y="24892"/>
                    </a:lnTo>
                    <a:lnTo>
                      <a:pt x="112903" y="29337"/>
                    </a:lnTo>
                    <a:lnTo>
                      <a:pt x="109728" y="26162"/>
                    </a:lnTo>
                    <a:cubicBezTo>
                      <a:pt x="108585" y="25019"/>
                      <a:pt x="107823" y="23368"/>
                      <a:pt x="107823" y="21717"/>
                    </a:cubicBezTo>
                    <a:lnTo>
                      <a:pt x="107823" y="18542"/>
                    </a:lnTo>
                    <a:lnTo>
                      <a:pt x="114173" y="18542"/>
                    </a:lnTo>
                    <a:lnTo>
                      <a:pt x="109728" y="22987"/>
                    </a:lnTo>
                    <a:lnTo>
                      <a:pt x="106553" y="19812"/>
                    </a:lnTo>
                    <a:lnTo>
                      <a:pt x="110998" y="15367"/>
                    </a:lnTo>
                    <a:lnTo>
                      <a:pt x="110998" y="21717"/>
                    </a:lnTo>
                    <a:lnTo>
                      <a:pt x="104648" y="21717"/>
                    </a:lnTo>
                    <a:cubicBezTo>
                      <a:pt x="102997" y="21717"/>
                      <a:pt x="101346" y="21082"/>
                      <a:pt x="100203" y="19812"/>
                    </a:cubicBezTo>
                    <a:lnTo>
                      <a:pt x="97028" y="16637"/>
                    </a:lnTo>
                    <a:lnTo>
                      <a:pt x="101473" y="12192"/>
                    </a:lnTo>
                    <a:lnTo>
                      <a:pt x="101473" y="18542"/>
                    </a:lnTo>
                    <a:lnTo>
                      <a:pt x="66421" y="18542"/>
                    </a:lnTo>
                    <a:cubicBezTo>
                      <a:pt x="64770" y="18542"/>
                      <a:pt x="63119" y="17907"/>
                      <a:pt x="61976" y="16637"/>
                    </a:cubicBezTo>
                    <a:lnTo>
                      <a:pt x="58801" y="13462"/>
                    </a:lnTo>
                    <a:lnTo>
                      <a:pt x="54356" y="9017"/>
                    </a:lnTo>
                    <a:lnTo>
                      <a:pt x="63373" y="0"/>
                    </a:lnTo>
                    <a:lnTo>
                      <a:pt x="67818" y="4445"/>
                    </a:lnTo>
                    <a:lnTo>
                      <a:pt x="70993" y="7620"/>
                    </a:lnTo>
                    <a:lnTo>
                      <a:pt x="66548" y="12065"/>
                    </a:lnTo>
                    <a:lnTo>
                      <a:pt x="66548" y="5715"/>
                    </a:lnTo>
                    <a:lnTo>
                      <a:pt x="101219" y="5715"/>
                    </a:lnTo>
                    <a:cubicBezTo>
                      <a:pt x="102870" y="5715"/>
                      <a:pt x="104521" y="6350"/>
                      <a:pt x="105664" y="7620"/>
                    </a:cubicBezTo>
                    <a:lnTo>
                      <a:pt x="108839" y="10795"/>
                    </a:lnTo>
                    <a:lnTo>
                      <a:pt x="104394" y="15240"/>
                    </a:lnTo>
                    <a:lnTo>
                      <a:pt x="104394" y="8890"/>
                    </a:lnTo>
                    <a:lnTo>
                      <a:pt x="110744" y="8890"/>
                    </a:lnTo>
                    <a:cubicBezTo>
                      <a:pt x="112395" y="8890"/>
                      <a:pt x="114046" y="9525"/>
                      <a:pt x="115189" y="10795"/>
                    </a:cubicBezTo>
                    <a:lnTo>
                      <a:pt x="118364" y="13970"/>
                    </a:lnTo>
                    <a:cubicBezTo>
                      <a:pt x="119507" y="15113"/>
                      <a:pt x="120269" y="16764"/>
                      <a:pt x="120269" y="18415"/>
                    </a:cubicBezTo>
                    <a:lnTo>
                      <a:pt x="120269" y="21590"/>
                    </a:lnTo>
                    <a:lnTo>
                      <a:pt x="113919" y="21590"/>
                    </a:lnTo>
                    <a:lnTo>
                      <a:pt x="118364" y="17145"/>
                    </a:lnTo>
                    <a:lnTo>
                      <a:pt x="121539" y="20320"/>
                    </a:lnTo>
                    <a:cubicBezTo>
                      <a:pt x="122682" y="21463"/>
                      <a:pt x="123444" y="23114"/>
                      <a:pt x="123444" y="24765"/>
                    </a:cubicBezTo>
                    <a:lnTo>
                      <a:pt x="123444" y="31115"/>
                    </a:lnTo>
                    <a:lnTo>
                      <a:pt x="117094" y="31115"/>
                    </a:lnTo>
                    <a:lnTo>
                      <a:pt x="121539" y="26670"/>
                    </a:lnTo>
                    <a:lnTo>
                      <a:pt x="124714" y="29845"/>
                    </a:lnTo>
                    <a:cubicBezTo>
                      <a:pt x="125857" y="30988"/>
                      <a:pt x="126619" y="32639"/>
                      <a:pt x="126619" y="34290"/>
                    </a:cubicBezTo>
                    <a:lnTo>
                      <a:pt x="126619" y="78487"/>
                    </a:lnTo>
                    <a:cubicBezTo>
                      <a:pt x="126619" y="80138"/>
                      <a:pt x="125984" y="81789"/>
                      <a:pt x="124714" y="82932"/>
                    </a:cubicBezTo>
                    <a:lnTo>
                      <a:pt x="121539" y="86107"/>
                    </a:lnTo>
                    <a:lnTo>
                      <a:pt x="117094" y="81662"/>
                    </a:lnTo>
                    <a:lnTo>
                      <a:pt x="123444" y="81662"/>
                    </a:lnTo>
                    <a:lnTo>
                      <a:pt x="123444" y="138431"/>
                    </a:lnTo>
                    <a:cubicBezTo>
                      <a:pt x="123444" y="140082"/>
                      <a:pt x="122809" y="141733"/>
                      <a:pt x="121539" y="142876"/>
                    </a:cubicBezTo>
                    <a:lnTo>
                      <a:pt x="118364" y="146051"/>
                    </a:lnTo>
                    <a:lnTo>
                      <a:pt x="113665" y="141733"/>
                    </a:lnTo>
                    <a:lnTo>
                      <a:pt x="120015" y="141733"/>
                    </a:lnTo>
                    <a:lnTo>
                      <a:pt x="120015" y="192279"/>
                    </a:lnTo>
                    <a:cubicBezTo>
                      <a:pt x="120015" y="193930"/>
                      <a:pt x="119380" y="195581"/>
                      <a:pt x="118110" y="196724"/>
                    </a:cubicBezTo>
                    <a:lnTo>
                      <a:pt x="114935" y="199899"/>
                    </a:lnTo>
                    <a:lnTo>
                      <a:pt x="110490" y="195454"/>
                    </a:lnTo>
                    <a:lnTo>
                      <a:pt x="116840" y="195454"/>
                    </a:lnTo>
                    <a:lnTo>
                      <a:pt x="116840" y="226951"/>
                    </a:lnTo>
                    <a:cubicBezTo>
                      <a:pt x="116840" y="228602"/>
                      <a:pt x="116205" y="230253"/>
                      <a:pt x="114935" y="231396"/>
                    </a:cubicBezTo>
                    <a:lnTo>
                      <a:pt x="111760" y="234571"/>
                    </a:lnTo>
                    <a:lnTo>
                      <a:pt x="107315" y="230126"/>
                    </a:lnTo>
                    <a:lnTo>
                      <a:pt x="113665" y="230126"/>
                    </a:lnTo>
                    <a:lnTo>
                      <a:pt x="113665" y="239651"/>
                    </a:lnTo>
                    <a:cubicBezTo>
                      <a:pt x="113665" y="241302"/>
                      <a:pt x="113030" y="242953"/>
                      <a:pt x="111760" y="244096"/>
                    </a:cubicBezTo>
                    <a:lnTo>
                      <a:pt x="108585" y="247271"/>
                    </a:lnTo>
                    <a:lnTo>
                      <a:pt x="104140" y="242826"/>
                    </a:lnTo>
                    <a:lnTo>
                      <a:pt x="110490" y="242826"/>
                    </a:lnTo>
                    <a:lnTo>
                      <a:pt x="110490" y="246001"/>
                    </a:lnTo>
                    <a:cubicBezTo>
                      <a:pt x="110490" y="247652"/>
                      <a:pt x="109855" y="249303"/>
                      <a:pt x="108585" y="250446"/>
                    </a:cubicBezTo>
                    <a:lnTo>
                      <a:pt x="102235" y="256796"/>
                    </a:lnTo>
                    <a:cubicBezTo>
                      <a:pt x="101092" y="257939"/>
                      <a:pt x="99441" y="258701"/>
                      <a:pt x="97790" y="258701"/>
                    </a:cubicBezTo>
                    <a:lnTo>
                      <a:pt x="94615" y="258701"/>
                    </a:lnTo>
                    <a:lnTo>
                      <a:pt x="94615" y="252351"/>
                    </a:lnTo>
                    <a:lnTo>
                      <a:pt x="99060" y="256796"/>
                    </a:lnTo>
                    <a:lnTo>
                      <a:pt x="95885" y="259971"/>
                    </a:lnTo>
                    <a:cubicBezTo>
                      <a:pt x="94742" y="261114"/>
                      <a:pt x="93091" y="261876"/>
                      <a:pt x="91440" y="261876"/>
                    </a:cubicBezTo>
                    <a:lnTo>
                      <a:pt x="85090" y="261876"/>
                    </a:lnTo>
                    <a:lnTo>
                      <a:pt x="85090" y="255526"/>
                    </a:lnTo>
                    <a:lnTo>
                      <a:pt x="89535" y="259971"/>
                    </a:lnTo>
                    <a:lnTo>
                      <a:pt x="83185" y="266321"/>
                    </a:lnTo>
                    <a:lnTo>
                      <a:pt x="78740" y="261876"/>
                    </a:lnTo>
                    <a:lnTo>
                      <a:pt x="85090" y="261876"/>
                    </a:lnTo>
                    <a:lnTo>
                      <a:pt x="85090" y="271401"/>
                    </a:lnTo>
                    <a:cubicBezTo>
                      <a:pt x="85090" y="273052"/>
                      <a:pt x="84455" y="274703"/>
                      <a:pt x="83185" y="275846"/>
                    </a:cubicBezTo>
                    <a:lnTo>
                      <a:pt x="80010" y="279021"/>
                    </a:lnTo>
                    <a:cubicBezTo>
                      <a:pt x="78867" y="280164"/>
                      <a:pt x="77216" y="280926"/>
                      <a:pt x="75565" y="280926"/>
                    </a:cubicBezTo>
                    <a:lnTo>
                      <a:pt x="72390" y="280926"/>
                    </a:lnTo>
                    <a:lnTo>
                      <a:pt x="72390" y="274576"/>
                    </a:lnTo>
                    <a:lnTo>
                      <a:pt x="76835" y="279021"/>
                    </a:lnTo>
                    <a:lnTo>
                      <a:pt x="73660" y="282196"/>
                    </a:lnTo>
                    <a:cubicBezTo>
                      <a:pt x="72517" y="283339"/>
                      <a:pt x="70866" y="284101"/>
                      <a:pt x="69215" y="284101"/>
                    </a:cubicBezTo>
                    <a:lnTo>
                      <a:pt x="44323" y="284101"/>
                    </a:lnTo>
                    <a:cubicBezTo>
                      <a:pt x="42672" y="284101"/>
                      <a:pt x="41021" y="283466"/>
                      <a:pt x="39878" y="282196"/>
                    </a:cubicBezTo>
                    <a:lnTo>
                      <a:pt x="36703" y="279021"/>
                    </a:lnTo>
                    <a:lnTo>
                      <a:pt x="41148" y="274576"/>
                    </a:lnTo>
                    <a:lnTo>
                      <a:pt x="41148" y="280926"/>
                    </a:lnTo>
                    <a:lnTo>
                      <a:pt x="37973" y="280926"/>
                    </a:lnTo>
                    <a:cubicBezTo>
                      <a:pt x="36322" y="280926"/>
                      <a:pt x="34671" y="280291"/>
                      <a:pt x="33528" y="279021"/>
                    </a:cubicBezTo>
                    <a:lnTo>
                      <a:pt x="30353" y="275846"/>
                    </a:lnTo>
                    <a:cubicBezTo>
                      <a:pt x="29210" y="274703"/>
                      <a:pt x="28448" y="273052"/>
                      <a:pt x="28448" y="271401"/>
                    </a:cubicBezTo>
                    <a:lnTo>
                      <a:pt x="28448" y="258828"/>
                    </a:lnTo>
                    <a:lnTo>
                      <a:pt x="34798" y="258828"/>
                    </a:lnTo>
                    <a:lnTo>
                      <a:pt x="30353" y="263273"/>
                    </a:lnTo>
                    <a:lnTo>
                      <a:pt x="27178" y="260098"/>
                    </a:lnTo>
                    <a:lnTo>
                      <a:pt x="31623" y="255653"/>
                    </a:lnTo>
                    <a:lnTo>
                      <a:pt x="31623" y="262003"/>
                    </a:lnTo>
                    <a:lnTo>
                      <a:pt x="28575" y="262003"/>
                    </a:lnTo>
                    <a:cubicBezTo>
                      <a:pt x="26924" y="262003"/>
                      <a:pt x="25273" y="261368"/>
                      <a:pt x="24130" y="260098"/>
                    </a:cubicBezTo>
                    <a:lnTo>
                      <a:pt x="20955" y="256923"/>
                    </a:lnTo>
                    <a:lnTo>
                      <a:pt x="25400" y="252478"/>
                    </a:lnTo>
                    <a:lnTo>
                      <a:pt x="25400" y="258828"/>
                    </a:lnTo>
                    <a:lnTo>
                      <a:pt x="19050" y="258828"/>
                    </a:lnTo>
                    <a:cubicBezTo>
                      <a:pt x="17399" y="258828"/>
                      <a:pt x="15748" y="258193"/>
                      <a:pt x="14605" y="256923"/>
                    </a:cubicBezTo>
                    <a:lnTo>
                      <a:pt x="8255" y="250573"/>
                    </a:lnTo>
                    <a:cubicBezTo>
                      <a:pt x="7112" y="249430"/>
                      <a:pt x="6350" y="247779"/>
                      <a:pt x="6350" y="246128"/>
                    </a:cubicBezTo>
                    <a:lnTo>
                      <a:pt x="6350" y="242953"/>
                    </a:lnTo>
                    <a:lnTo>
                      <a:pt x="12700" y="242953"/>
                    </a:lnTo>
                    <a:lnTo>
                      <a:pt x="8255" y="247398"/>
                    </a:lnTo>
                    <a:lnTo>
                      <a:pt x="5080" y="244223"/>
                    </a:lnTo>
                    <a:cubicBezTo>
                      <a:pt x="3937" y="243080"/>
                      <a:pt x="3175" y="241429"/>
                      <a:pt x="3175" y="239778"/>
                    </a:cubicBezTo>
                    <a:lnTo>
                      <a:pt x="3175" y="233428"/>
                    </a:lnTo>
                    <a:lnTo>
                      <a:pt x="9525" y="233428"/>
                    </a:lnTo>
                    <a:lnTo>
                      <a:pt x="5080" y="237873"/>
                    </a:lnTo>
                    <a:lnTo>
                      <a:pt x="1905" y="234698"/>
                    </a:lnTo>
                    <a:cubicBezTo>
                      <a:pt x="762" y="233555"/>
                      <a:pt x="0" y="231904"/>
                      <a:pt x="0" y="230253"/>
                    </a:cubicBezTo>
                    <a:lnTo>
                      <a:pt x="0" y="78614"/>
                    </a:lnTo>
                    <a:cubicBezTo>
                      <a:pt x="0" y="76963"/>
                      <a:pt x="635" y="75312"/>
                      <a:pt x="1905" y="74169"/>
                    </a:cubicBezTo>
                    <a:lnTo>
                      <a:pt x="5080" y="70994"/>
                    </a:lnTo>
                    <a:lnTo>
                      <a:pt x="9525" y="75439"/>
                    </a:lnTo>
                    <a:lnTo>
                      <a:pt x="3175" y="75439"/>
                    </a:lnTo>
                    <a:lnTo>
                      <a:pt x="3175" y="31242"/>
                    </a:lnTo>
                    <a:cubicBezTo>
                      <a:pt x="3175" y="29591"/>
                      <a:pt x="3810" y="27940"/>
                      <a:pt x="5080" y="26797"/>
                    </a:cubicBezTo>
                    <a:lnTo>
                      <a:pt x="8255" y="23622"/>
                    </a:lnTo>
                    <a:lnTo>
                      <a:pt x="12700" y="28067"/>
                    </a:lnTo>
                    <a:lnTo>
                      <a:pt x="6350" y="28067"/>
                    </a:lnTo>
                    <a:lnTo>
                      <a:pt x="6350" y="21717"/>
                    </a:lnTo>
                    <a:cubicBezTo>
                      <a:pt x="6350" y="20066"/>
                      <a:pt x="6985" y="18415"/>
                      <a:pt x="8255" y="17272"/>
                    </a:cubicBezTo>
                    <a:lnTo>
                      <a:pt x="11430" y="14097"/>
                    </a:lnTo>
                    <a:lnTo>
                      <a:pt x="15875" y="18542"/>
                    </a:lnTo>
                    <a:lnTo>
                      <a:pt x="9525" y="18542"/>
                    </a:lnTo>
                    <a:lnTo>
                      <a:pt x="9525" y="15367"/>
                    </a:lnTo>
                    <a:cubicBezTo>
                      <a:pt x="9525" y="13716"/>
                      <a:pt x="10160" y="12065"/>
                      <a:pt x="11430" y="10922"/>
                    </a:cubicBezTo>
                    <a:lnTo>
                      <a:pt x="14605" y="7747"/>
                    </a:lnTo>
                    <a:cubicBezTo>
                      <a:pt x="15748" y="6604"/>
                      <a:pt x="17399" y="5842"/>
                      <a:pt x="19050" y="5842"/>
                    </a:cubicBezTo>
                    <a:lnTo>
                      <a:pt x="41148" y="5842"/>
                    </a:lnTo>
                    <a:lnTo>
                      <a:pt x="41148" y="12192"/>
                    </a:lnTo>
                    <a:lnTo>
                      <a:pt x="36703" y="7747"/>
                    </a:lnTo>
                    <a:lnTo>
                      <a:pt x="39878" y="4572"/>
                    </a:lnTo>
                    <a:lnTo>
                      <a:pt x="44323" y="127"/>
                    </a:lnTo>
                    <a:lnTo>
                      <a:pt x="53340" y="9144"/>
                    </a:lnTo>
                    <a:close/>
                  </a:path>
                </a:pathLst>
              </a:custGeom>
              <a:solidFill>
                <a:srgbClr val="00FFFF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410083" y="76963"/>
                <a:ext cx="177800" cy="177801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1">
                    <a:moveTo>
                      <a:pt x="0" y="177801"/>
                    </a:moveTo>
                    <a:lnTo>
                      <a:pt x="177800" y="0"/>
                    </a:lnTo>
                    <a:moveTo>
                      <a:pt x="0" y="0"/>
                    </a:moveTo>
                    <a:lnTo>
                      <a:pt x="177800" y="177801"/>
                    </a:lnTo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396621" y="63500"/>
                <a:ext cx="204724" cy="204725"/>
              </a:xfrm>
              <a:custGeom>
                <a:avLst/>
                <a:gdLst/>
                <a:ahLst/>
                <a:cxnLst/>
                <a:rect l="l" t="t" r="r" b="b"/>
                <a:pathLst>
                  <a:path w="204724" h="204725">
                    <a:moveTo>
                      <a:pt x="0" y="177802"/>
                    </a:moveTo>
                    <a:lnTo>
                      <a:pt x="177800" y="0"/>
                    </a:lnTo>
                    <a:lnTo>
                      <a:pt x="204724" y="26925"/>
                    </a:lnTo>
                    <a:lnTo>
                      <a:pt x="26924" y="204726"/>
                    </a:lnTo>
                    <a:close/>
                    <a:moveTo>
                      <a:pt x="26924" y="0"/>
                    </a:moveTo>
                    <a:lnTo>
                      <a:pt x="204724" y="177802"/>
                    </a:lnTo>
                    <a:lnTo>
                      <a:pt x="177800" y="204726"/>
                    </a:lnTo>
                    <a:lnTo>
                      <a:pt x="0" y="26925"/>
                    </a:lnTo>
                    <a:close/>
                  </a:path>
                </a:pathLst>
              </a:custGeom>
              <a:solidFill>
                <a:srgbClr val="FF0000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" name="Freeform 18"/>
            <p:cNvSpPr/>
            <p:nvPr/>
          </p:nvSpPr>
          <p:spPr>
            <a:xfrm>
              <a:off x="10246473" y="6435936"/>
              <a:ext cx="715121" cy="794787"/>
            </a:xfrm>
            <a:custGeom>
              <a:avLst/>
              <a:gdLst/>
              <a:ahLst/>
              <a:cxnLst/>
              <a:rect l="l" t="t" r="r" b="b"/>
              <a:pathLst>
                <a:path w="715121" h="794787">
                  <a:moveTo>
                    <a:pt x="0" y="0"/>
                  </a:moveTo>
                  <a:lnTo>
                    <a:pt x="715121" y="0"/>
                  </a:lnTo>
                  <a:lnTo>
                    <a:pt x="715121" y="794787"/>
                  </a:lnTo>
                  <a:lnTo>
                    <a:pt x="0" y="794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0" y="175873"/>
              <a:ext cx="2893312" cy="1626105"/>
              <a:chOff x="0" y="0"/>
              <a:chExt cx="4038600" cy="2269782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4038600" cy="2269744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2269744">
                    <a:moveTo>
                      <a:pt x="0" y="0"/>
                    </a:moveTo>
                    <a:lnTo>
                      <a:pt x="4038600" y="0"/>
                    </a:lnTo>
                    <a:lnTo>
                      <a:pt x="4038600" y="2269744"/>
                    </a:lnTo>
                    <a:lnTo>
                      <a:pt x="0" y="22697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r="-25" b="-89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025058" y="175873"/>
              <a:ext cx="2892584" cy="1626105"/>
              <a:chOff x="0" y="0"/>
              <a:chExt cx="4037584" cy="226978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4037584" cy="2269744"/>
              </a:xfrm>
              <a:custGeom>
                <a:avLst/>
                <a:gdLst/>
                <a:ahLst/>
                <a:cxnLst/>
                <a:rect l="l" t="t" r="r" b="b"/>
                <a:pathLst>
                  <a:path w="4037584" h="2269744">
                    <a:moveTo>
                      <a:pt x="0" y="0"/>
                    </a:moveTo>
                    <a:lnTo>
                      <a:pt x="4037584" y="0"/>
                    </a:lnTo>
                    <a:lnTo>
                      <a:pt x="4037584" y="2269744"/>
                    </a:lnTo>
                    <a:lnTo>
                      <a:pt x="0" y="22697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r="-50" b="-89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6050115" y="175873"/>
              <a:ext cx="2891128" cy="1626105"/>
              <a:chOff x="0" y="0"/>
              <a:chExt cx="4035552" cy="226978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4035552" cy="2269744"/>
              </a:xfrm>
              <a:custGeom>
                <a:avLst/>
                <a:gdLst/>
                <a:ahLst/>
                <a:cxnLst/>
                <a:rect l="l" t="t" r="r" b="b"/>
                <a:pathLst>
                  <a:path w="4035552" h="2269744">
                    <a:moveTo>
                      <a:pt x="0" y="0"/>
                    </a:moveTo>
                    <a:lnTo>
                      <a:pt x="4035552" y="0"/>
                    </a:lnTo>
                    <a:lnTo>
                      <a:pt x="4035552" y="2269744"/>
                    </a:lnTo>
                    <a:lnTo>
                      <a:pt x="0" y="22697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b="-89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9072989" y="175873"/>
              <a:ext cx="2893312" cy="1626105"/>
              <a:chOff x="0" y="0"/>
              <a:chExt cx="4038600" cy="226978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4038600" cy="2269744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2269744">
                    <a:moveTo>
                      <a:pt x="0" y="0"/>
                    </a:moveTo>
                    <a:lnTo>
                      <a:pt x="4038600" y="0"/>
                    </a:lnTo>
                    <a:lnTo>
                      <a:pt x="4038600" y="2269744"/>
                    </a:lnTo>
                    <a:lnTo>
                      <a:pt x="0" y="22697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25" b="-89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0" y="2976808"/>
              <a:ext cx="2893312" cy="1627470"/>
              <a:chOff x="0" y="0"/>
              <a:chExt cx="4038600" cy="2271687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4038600" cy="2271649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2271649">
                    <a:moveTo>
                      <a:pt x="0" y="0"/>
                    </a:moveTo>
                    <a:lnTo>
                      <a:pt x="4038600" y="0"/>
                    </a:lnTo>
                    <a:lnTo>
                      <a:pt x="4038600" y="2271649"/>
                    </a:lnTo>
                    <a:lnTo>
                      <a:pt x="0" y="227164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t="-3" r="-25" b="-1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025058" y="2976808"/>
              <a:ext cx="2892584" cy="1627470"/>
              <a:chOff x="0" y="0"/>
              <a:chExt cx="4037584" cy="227168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4037584" cy="2271649"/>
              </a:xfrm>
              <a:custGeom>
                <a:avLst/>
                <a:gdLst/>
                <a:ahLst/>
                <a:cxnLst/>
                <a:rect l="l" t="t" r="r" b="b"/>
                <a:pathLst>
                  <a:path w="4037584" h="2271649">
                    <a:moveTo>
                      <a:pt x="0" y="0"/>
                    </a:moveTo>
                    <a:lnTo>
                      <a:pt x="4037584" y="0"/>
                    </a:lnTo>
                    <a:lnTo>
                      <a:pt x="4037584" y="2271649"/>
                    </a:lnTo>
                    <a:lnTo>
                      <a:pt x="0" y="227164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t="-3" r="-50" b="-1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050115" y="2976808"/>
              <a:ext cx="2891128" cy="1627470"/>
              <a:chOff x="0" y="0"/>
              <a:chExt cx="4035552" cy="2271687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4035552" cy="2271649"/>
              </a:xfrm>
              <a:custGeom>
                <a:avLst/>
                <a:gdLst/>
                <a:ahLst/>
                <a:cxnLst/>
                <a:rect l="l" t="t" r="r" b="b"/>
                <a:pathLst>
                  <a:path w="4035552" h="2271649">
                    <a:moveTo>
                      <a:pt x="0" y="0"/>
                    </a:moveTo>
                    <a:lnTo>
                      <a:pt x="4035552" y="0"/>
                    </a:lnTo>
                    <a:lnTo>
                      <a:pt x="4035552" y="2271649"/>
                    </a:lnTo>
                    <a:lnTo>
                      <a:pt x="0" y="227164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t="-3" b="-1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072989" y="2976808"/>
              <a:ext cx="2893312" cy="1627470"/>
              <a:chOff x="0" y="0"/>
              <a:chExt cx="4038600" cy="227168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4038600" cy="2271649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2271649">
                    <a:moveTo>
                      <a:pt x="0" y="0"/>
                    </a:moveTo>
                    <a:lnTo>
                      <a:pt x="4038600" y="0"/>
                    </a:lnTo>
                    <a:lnTo>
                      <a:pt x="4038600" y="2271649"/>
                    </a:lnTo>
                    <a:lnTo>
                      <a:pt x="0" y="227164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-25" t="-3" b="-1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0" y="5780528"/>
              <a:ext cx="2893312" cy="1626087"/>
              <a:chOff x="0" y="0"/>
              <a:chExt cx="4038600" cy="2269757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038600" cy="2269744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2269744">
                    <a:moveTo>
                      <a:pt x="0" y="0"/>
                    </a:moveTo>
                    <a:lnTo>
                      <a:pt x="4038600" y="0"/>
                    </a:lnTo>
                    <a:lnTo>
                      <a:pt x="4038600" y="2269744"/>
                    </a:lnTo>
                    <a:lnTo>
                      <a:pt x="0" y="22697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r="-25" b="-89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3025058" y="5780528"/>
              <a:ext cx="2892584" cy="1626087"/>
              <a:chOff x="0" y="0"/>
              <a:chExt cx="4037584" cy="2269757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4037584" cy="2269744"/>
              </a:xfrm>
              <a:custGeom>
                <a:avLst/>
                <a:gdLst/>
                <a:ahLst/>
                <a:cxnLst/>
                <a:rect l="l" t="t" r="r" b="b"/>
                <a:pathLst>
                  <a:path w="4037584" h="2269744">
                    <a:moveTo>
                      <a:pt x="0" y="0"/>
                    </a:moveTo>
                    <a:lnTo>
                      <a:pt x="4037584" y="0"/>
                    </a:lnTo>
                    <a:lnTo>
                      <a:pt x="4037584" y="2269744"/>
                    </a:lnTo>
                    <a:lnTo>
                      <a:pt x="0" y="22697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r="-50" b="-89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050115" y="5780528"/>
              <a:ext cx="2891128" cy="1626087"/>
              <a:chOff x="0" y="0"/>
              <a:chExt cx="4035552" cy="2269757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4035552" cy="2269744"/>
              </a:xfrm>
              <a:custGeom>
                <a:avLst/>
                <a:gdLst/>
                <a:ahLst/>
                <a:cxnLst/>
                <a:rect l="l" t="t" r="r" b="b"/>
                <a:pathLst>
                  <a:path w="4035552" h="2269744">
                    <a:moveTo>
                      <a:pt x="0" y="0"/>
                    </a:moveTo>
                    <a:lnTo>
                      <a:pt x="4035552" y="0"/>
                    </a:lnTo>
                    <a:lnTo>
                      <a:pt x="4035552" y="2269744"/>
                    </a:lnTo>
                    <a:lnTo>
                      <a:pt x="0" y="22697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5"/>
                <a:stretch>
                  <a:fillRect b="-89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9072989" y="5780528"/>
              <a:ext cx="2893312" cy="1626087"/>
              <a:chOff x="0" y="0"/>
              <a:chExt cx="4038600" cy="2269757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4038600" cy="2269744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2269744">
                    <a:moveTo>
                      <a:pt x="0" y="0"/>
                    </a:moveTo>
                    <a:lnTo>
                      <a:pt x="4038600" y="0"/>
                    </a:lnTo>
                    <a:lnTo>
                      <a:pt x="4038600" y="2269744"/>
                    </a:lnTo>
                    <a:lnTo>
                      <a:pt x="0" y="226974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6"/>
                <a:stretch>
                  <a:fillRect l="-25" b="-89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0" y="8581445"/>
              <a:ext cx="2893312" cy="1627488"/>
              <a:chOff x="0" y="0"/>
              <a:chExt cx="4038600" cy="227171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4038600" cy="2271649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2271649">
                    <a:moveTo>
                      <a:pt x="0" y="0"/>
                    </a:moveTo>
                    <a:lnTo>
                      <a:pt x="4038600" y="0"/>
                    </a:lnTo>
                    <a:lnTo>
                      <a:pt x="4038600" y="2271649"/>
                    </a:lnTo>
                    <a:lnTo>
                      <a:pt x="0" y="227164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7"/>
                <a:stretch>
                  <a:fillRect t="-2" r="-25" b="-2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025058" y="8581445"/>
              <a:ext cx="2892584" cy="1627488"/>
              <a:chOff x="0" y="0"/>
              <a:chExt cx="4037584" cy="227171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4037584" cy="2271649"/>
              </a:xfrm>
              <a:custGeom>
                <a:avLst/>
                <a:gdLst/>
                <a:ahLst/>
                <a:cxnLst/>
                <a:rect l="l" t="t" r="r" b="b"/>
                <a:pathLst>
                  <a:path w="4037584" h="2271649">
                    <a:moveTo>
                      <a:pt x="0" y="0"/>
                    </a:moveTo>
                    <a:lnTo>
                      <a:pt x="4037584" y="0"/>
                    </a:lnTo>
                    <a:lnTo>
                      <a:pt x="4037584" y="2271649"/>
                    </a:lnTo>
                    <a:lnTo>
                      <a:pt x="0" y="227164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8"/>
                <a:stretch>
                  <a:fillRect t="-2" r="-50" b="-2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6050115" y="8581445"/>
              <a:ext cx="2891128" cy="1627488"/>
              <a:chOff x="0" y="0"/>
              <a:chExt cx="4035552" cy="2271712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4035552" cy="2271649"/>
              </a:xfrm>
              <a:custGeom>
                <a:avLst/>
                <a:gdLst/>
                <a:ahLst/>
                <a:cxnLst/>
                <a:rect l="l" t="t" r="r" b="b"/>
                <a:pathLst>
                  <a:path w="4035552" h="2271649">
                    <a:moveTo>
                      <a:pt x="0" y="0"/>
                    </a:moveTo>
                    <a:lnTo>
                      <a:pt x="4035552" y="0"/>
                    </a:lnTo>
                    <a:lnTo>
                      <a:pt x="4035552" y="2271649"/>
                    </a:lnTo>
                    <a:lnTo>
                      <a:pt x="0" y="227164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9"/>
                <a:stretch>
                  <a:fillRect t="-2" b="-2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072989" y="8581445"/>
              <a:ext cx="2893312" cy="1627488"/>
              <a:chOff x="0" y="0"/>
              <a:chExt cx="4038600" cy="2271712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0" y="0"/>
                <a:ext cx="4038600" cy="2271649"/>
              </a:xfrm>
              <a:custGeom>
                <a:avLst/>
                <a:gdLst/>
                <a:ahLst/>
                <a:cxnLst/>
                <a:rect l="l" t="t" r="r" b="b"/>
                <a:pathLst>
                  <a:path w="4038600" h="2271649">
                    <a:moveTo>
                      <a:pt x="0" y="0"/>
                    </a:moveTo>
                    <a:lnTo>
                      <a:pt x="4038600" y="0"/>
                    </a:lnTo>
                    <a:lnTo>
                      <a:pt x="4038600" y="2271649"/>
                    </a:lnTo>
                    <a:lnTo>
                      <a:pt x="0" y="227164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0"/>
                <a:stretch>
                  <a:fillRect l="-25" t="-2" b="-2"/>
                </a:stretch>
              </a:blipFill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51" name="Freeform 51"/>
            <p:cNvSpPr/>
            <p:nvPr/>
          </p:nvSpPr>
          <p:spPr>
            <a:xfrm>
              <a:off x="9966185" y="9023057"/>
              <a:ext cx="775398" cy="762843"/>
            </a:xfrm>
            <a:custGeom>
              <a:avLst/>
              <a:gdLst/>
              <a:ahLst/>
              <a:cxnLst/>
              <a:rect l="l" t="t" r="r" b="b"/>
              <a:pathLst>
                <a:path w="775398" h="762843">
                  <a:moveTo>
                    <a:pt x="0" y="0"/>
                  </a:moveTo>
                  <a:lnTo>
                    <a:pt x="775399" y="0"/>
                  </a:lnTo>
                  <a:lnTo>
                    <a:pt x="775399" y="762842"/>
                  </a:lnTo>
                  <a:lnTo>
                    <a:pt x="0" y="7628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66886" y="-28575"/>
              <a:ext cx="774643" cy="187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03"/>
                </a:lnSpc>
              </a:pPr>
              <a:r>
                <a:rPr lang="en-US" sz="788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RGB Input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774007" y="-28575"/>
              <a:ext cx="1421881" cy="187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03"/>
                </a:lnSpc>
              </a:pPr>
              <a:r>
                <a:rPr lang="en-US" sz="788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Predicted Normals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698444" y="-28575"/>
              <a:ext cx="1625614" cy="187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03"/>
                </a:lnSpc>
              </a:pPr>
              <a:r>
                <a:rPr lang="en-US" sz="788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Reconstructed Depth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867494" y="-28575"/>
              <a:ext cx="1330250" cy="1875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03"/>
                </a:lnSpc>
              </a:pPr>
              <a:r>
                <a:rPr lang="en-US" sz="788" b="1">
                  <a:solidFill>
                    <a:srgbClr val="000000"/>
                  </a:solidFill>
                  <a:latin typeface="DejaVu Sans Bold"/>
                  <a:ea typeface="DejaVu Sans Bold"/>
                  <a:cs typeface="DejaVu Sans Bold"/>
                  <a:sym typeface="DejaVu Sans Bold"/>
                </a:rPr>
                <a:t>VLA Grasp Target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8020" y="3293363"/>
            <a:ext cx="341587" cy="3700274"/>
            <a:chOff x="0" y="0"/>
            <a:chExt cx="89965" cy="9745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75687" y="3671697"/>
            <a:ext cx="9381746" cy="1448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32"/>
              </a:lnSpc>
            </a:pPr>
            <a:r>
              <a:rPr lang="en-US" sz="930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SYNTHESIS</a:t>
            </a:r>
          </a:p>
        </p:txBody>
      </p:sp>
      <p:grpSp>
        <p:nvGrpSpPr>
          <p:cNvPr id="6" name="Group 6"/>
          <p:cNvGrpSpPr/>
          <p:nvPr/>
        </p:nvGrpSpPr>
        <p:grpSpPr>
          <a:xfrm rot="-5400000">
            <a:off x="8115730" y="2242768"/>
            <a:ext cx="47625" cy="9127710"/>
            <a:chOff x="0" y="0"/>
            <a:chExt cx="12543" cy="240400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543" cy="2404006"/>
            </a:xfrm>
            <a:custGeom>
              <a:avLst/>
              <a:gdLst/>
              <a:ahLst/>
              <a:cxnLst/>
              <a:rect l="l" t="t" r="r" b="b"/>
              <a:pathLst>
                <a:path w="12543" h="2404006">
                  <a:moveTo>
                    <a:pt x="0" y="0"/>
                  </a:moveTo>
                  <a:lnTo>
                    <a:pt x="12543" y="0"/>
                  </a:lnTo>
                  <a:lnTo>
                    <a:pt x="12543" y="2404006"/>
                  </a:lnTo>
                  <a:lnTo>
                    <a:pt x="0" y="2404006"/>
                  </a:lnTo>
                  <a:close/>
                </a:path>
              </a:pathLst>
            </a:custGeom>
            <a:solidFill>
              <a:srgbClr val="99B7A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2543" cy="24421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1770115" y="-139772"/>
            <a:ext cx="47625" cy="6448421"/>
            <a:chOff x="0" y="0"/>
            <a:chExt cx="12543" cy="1698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1698350"/>
            </a:xfrm>
            <a:custGeom>
              <a:avLst/>
              <a:gdLst/>
              <a:ahLst/>
              <a:cxnLst/>
              <a:rect l="l" t="t" r="r" b="b"/>
              <a:pathLst>
                <a:path w="12543" h="1698350">
                  <a:moveTo>
                    <a:pt x="0" y="0"/>
                  </a:moveTo>
                  <a:lnTo>
                    <a:pt x="12543" y="0"/>
                  </a:lnTo>
                  <a:lnTo>
                    <a:pt x="12543" y="1698350"/>
                  </a:lnTo>
                  <a:lnTo>
                    <a:pt x="0" y="1698350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1736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85043" y="8494926"/>
            <a:ext cx="3889119" cy="743980"/>
            <a:chOff x="0" y="0"/>
            <a:chExt cx="1024295" cy="1959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95945"/>
            </a:xfrm>
            <a:custGeom>
              <a:avLst/>
              <a:gdLst/>
              <a:ahLst/>
              <a:cxnLst/>
              <a:rect l="l" t="t" r="r" b="b"/>
              <a:pathLst>
                <a:path w="1024295" h="195945">
                  <a:moveTo>
                    <a:pt x="0" y="0"/>
                  </a:moveTo>
                  <a:lnTo>
                    <a:pt x="1024295" y="0"/>
                  </a:lnTo>
                  <a:lnTo>
                    <a:pt x="1024295" y="195945"/>
                  </a:lnTo>
                  <a:lnTo>
                    <a:pt x="0" y="195945"/>
                  </a:lnTo>
                  <a:close/>
                </a:path>
              </a:pathLst>
            </a:custGeom>
            <a:solidFill>
              <a:srgbClr val="71BD7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234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98798" y="8494926"/>
            <a:ext cx="3889119" cy="743980"/>
            <a:chOff x="0" y="0"/>
            <a:chExt cx="1024295" cy="1959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4295" cy="195945"/>
            </a:xfrm>
            <a:custGeom>
              <a:avLst/>
              <a:gdLst/>
              <a:ahLst/>
              <a:cxnLst/>
              <a:rect l="l" t="t" r="r" b="b"/>
              <a:pathLst>
                <a:path w="1024295" h="195945">
                  <a:moveTo>
                    <a:pt x="0" y="0"/>
                  </a:moveTo>
                  <a:lnTo>
                    <a:pt x="1024295" y="0"/>
                  </a:lnTo>
                  <a:lnTo>
                    <a:pt x="1024295" y="195945"/>
                  </a:lnTo>
                  <a:lnTo>
                    <a:pt x="0" y="195945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4295" cy="234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459867" y="1707166"/>
            <a:ext cx="7970866" cy="967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5400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WORK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68610" y="3322649"/>
            <a:ext cx="13911562" cy="3400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2400" dirty="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→ Physically-based rendering / real captures (attack the compositing bottleneck head-on) </a:t>
            </a:r>
          </a:p>
          <a:p>
            <a:pPr algn="l">
              <a:lnSpc>
                <a:spcPts val="4480"/>
              </a:lnSpc>
            </a:pPr>
            <a:r>
              <a:rPr lang="en-US" sz="2400" dirty="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→ Multi-category, instruction-conditioned training (test the semantic-flexibility promise) </a:t>
            </a:r>
          </a:p>
          <a:p>
            <a:pPr algn="l">
              <a:lnSpc>
                <a:spcPts val="4480"/>
              </a:lnSpc>
            </a:pPr>
            <a:r>
              <a:rPr lang="en-US" sz="2400" dirty="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→ Simulation validation: Gazebo + </a:t>
            </a:r>
            <a:r>
              <a:rPr lang="en-US" sz="2400" dirty="0" err="1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vLab</a:t>
            </a:r>
            <a:r>
              <a:rPr lang="en-US" sz="2400" dirty="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 (ABB IRB 360 delta; also 6-DOF arms) → GPU / learned depth completion (remove the 65% latency) </a:t>
            </a:r>
          </a:p>
          <a:p>
            <a:pPr algn="l">
              <a:lnSpc>
                <a:spcPts val="4480"/>
              </a:lnSpc>
            </a:pPr>
            <a:r>
              <a:rPr lang="en-US" sz="2400" dirty="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→ Physical validation on real hardware </a:t>
            </a:r>
          </a:p>
          <a:p>
            <a:pPr algn="l">
              <a:lnSpc>
                <a:spcPts val="4480"/>
              </a:lnSpc>
            </a:pPr>
            <a:r>
              <a:rPr lang="en-US" sz="2400" dirty="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→ Spatially-targeted supervision (</a:t>
            </a:r>
            <a:r>
              <a:rPr lang="en-US" sz="2400" dirty="0" err="1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RoboPoint</a:t>
            </a:r>
            <a:r>
              <a:rPr lang="en-US" sz="2400" dirty="0">
                <a:solidFill>
                  <a:srgbClr val="34363A"/>
                </a:solidFill>
                <a:latin typeface="Agrandir"/>
                <a:ea typeface="Agrandir"/>
                <a:cs typeface="Agrandir"/>
                <a:sym typeface="Agrandir"/>
              </a:rPr>
              <a:t>-style pointing) if precision plateaus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08403" y="632460"/>
            <a:ext cx="3050897" cy="39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363A"/>
                </a:solidFill>
                <a:latin typeface="Open Sans"/>
                <a:ea typeface="Open Sans"/>
                <a:cs typeface="Open Sans"/>
                <a:sym typeface="Open Sans"/>
              </a:rPr>
              <a:t>Fauget I 02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7846704" y="-846813"/>
            <a:ext cx="47625" cy="6448421"/>
            <a:chOff x="0" y="0"/>
            <a:chExt cx="12543" cy="16983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543" cy="1698350"/>
            </a:xfrm>
            <a:custGeom>
              <a:avLst/>
              <a:gdLst/>
              <a:ahLst/>
              <a:cxnLst/>
              <a:rect l="l" t="t" r="r" b="b"/>
              <a:pathLst>
                <a:path w="12543" h="1698350">
                  <a:moveTo>
                    <a:pt x="0" y="0"/>
                  </a:moveTo>
                  <a:lnTo>
                    <a:pt x="12543" y="0"/>
                  </a:lnTo>
                  <a:lnTo>
                    <a:pt x="12543" y="1698350"/>
                  </a:lnTo>
                  <a:lnTo>
                    <a:pt x="0" y="1698350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543" cy="1736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85043" y="8494926"/>
            <a:ext cx="3889119" cy="743980"/>
            <a:chOff x="0" y="0"/>
            <a:chExt cx="1024295" cy="19594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95945"/>
            </a:xfrm>
            <a:custGeom>
              <a:avLst/>
              <a:gdLst/>
              <a:ahLst/>
              <a:cxnLst/>
              <a:rect l="l" t="t" r="r" b="b"/>
              <a:pathLst>
                <a:path w="1024295" h="195945">
                  <a:moveTo>
                    <a:pt x="0" y="0"/>
                  </a:moveTo>
                  <a:lnTo>
                    <a:pt x="1024295" y="0"/>
                  </a:lnTo>
                  <a:lnTo>
                    <a:pt x="1024295" y="195945"/>
                  </a:lnTo>
                  <a:lnTo>
                    <a:pt x="0" y="195945"/>
                  </a:lnTo>
                  <a:close/>
                </a:path>
              </a:pathLst>
            </a:custGeom>
            <a:solidFill>
              <a:srgbClr val="71BD7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234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98798" y="8494926"/>
            <a:ext cx="3889119" cy="743980"/>
            <a:chOff x="0" y="0"/>
            <a:chExt cx="1024295" cy="19594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24295" cy="195945"/>
            </a:xfrm>
            <a:custGeom>
              <a:avLst/>
              <a:gdLst/>
              <a:ahLst/>
              <a:cxnLst/>
              <a:rect l="l" t="t" r="r" b="b"/>
              <a:pathLst>
                <a:path w="1024295" h="195945">
                  <a:moveTo>
                    <a:pt x="0" y="0"/>
                  </a:moveTo>
                  <a:lnTo>
                    <a:pt x="1024295" y="0"/>
                  </a:lnTo>
                  <a:lnTo>
                    <a:pt x="1024295" y="195945"/>
                  </a:lnTo>
                  <a:lnTo>
                    <a:pt x="0" y="195945"/>
                  </a:lnTo>
                  <a:close/>
                </a:path>
              </a:pathLst>
            </a:custGeom>
            <a:solidFill>
              <a:srgbClr val="88F8B5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024295" cy="2340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365970" y="3761777"/>
            <a:ext cx="6340971" cy="3566796"/>
          </a:xfrm>
          <a:custGeom>
            <a:avLst/>
            <a:gdLst/>
            <a:ahLst/>
            <a:cxnLst/>
            <a:rect l="l" t="t" r="r" b="b"/>
            <a:pathLst>
              <a:path w="6340971" h="3566796">
                <a:moveTo>
                  <a:pt x="0" y="0"/>
                </a:moveTo>
                <a:lnTo>
                  <a:pt x="6340971" y="0"/>
                </a:lnTo>
                <a:lnTo>
                  <a:pt x="6340971" y="3566796"/>
                </a:lnTo>
                <a:lnTo>
                  <a:pt x="0" y="35667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Freeform 12"/>
          <p:cNvSpPr/>
          <p:nvPr/>
        </p:nvSpPr>
        <p:spPr>
          <a:xfrm>
            <a:off x="9144000" y="3084439"/>
            <a:ext cx="8407544" cy="5213254"/>
          </a:xfrm>
          <a:custGeom>
            <a:avLst/>
            <a:gdLst/>
            <a:ahLst/>
            <a:cxnLst/>
            <a:rect l="l" t="t" r="r" b="b"/>
            <a:pathLst>
              <a:path w="8407544" h="5213254">
                <a:moveTo>
                  <a:pt x="0" y="0"/>
                </a:moveTo>
                <a:lnTo>
                  <a:pt x="8407544" y="0"/>
                </a:lnTo>
                <a:lnTo>
                  <a:pt x="8407544" y="5213254"/>
                </a:lnTo>
                <a:lnTo>
                  <a:pt x="0" y="5213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3" name="TextBox 13"/>
          <p:cNvSpPr txBox="1"/>
          <p:nvPr/>
        </p:nvSpPr>
        <p:spPr>
          <a:xfrm>
            <a:off x="4536456" y="1000125"/>
            <a:ext cx="7970866" cy="99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99" dirty="0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FUTURE WORK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08403" y="632460"/>
            <a:ext cx="3050897" cy="39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34363A"/>
                </a:solidFill>
                <a:latin typeface="Open Sans"/>
                <a:ea typeface="Open Sans"/>
                <a:cs typeface="Open Sans"/>
                <a:sym typeface="Open Sans"/>
              </a:rPr>
              <a:t>Fauget I 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59171" y="7297141"/>
            <a:ext cx="3341136" cy="32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From www.boschrexroth.com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8F8B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936593" y="8072399"/>
            <a:ext cx="3889119" cy="4894530"/>
            <a:chOff x="0" y="0"/>
            <a:chExt cx="1024295" cy="12890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24295" cy="1289094"/>
            </a:xfrm>
            <a:custGeom>
              <a:avLst/>
              <a:gdLst/>
              <a:ahLst/>
              <a:cxnLst/>
              <a:rect l="l" t="t" r="r" b="b"/>
              <a:pathLst>
                <a:path w="1024295" h="1289094">
                  <a:moveTo>
                    <a:pt x="0" y="0"/>
                  </a:moveTo>
                  <a:lnTo>
                    <a:pt x="1024295" y="0"/>
                  </a:lnTo>
                  <a:lnTo>
                    <a:pt x="1024295" y="1289094"/>
                  </a:lnTo>
                  <a:lnTo>
                    <a:pt x="0" y="1289094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024295" cy="1327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329899" y="-2447265"/>
            <a:ext cx="3889119" cy="4894530"/>
            <a:chOff x="0" y="0"/>
            <a:chExt cx="1024295" cy="128909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24295" cy="1289094"/>
            </a:xfrm>
            <a:custGeom>
              <a:avLst/>
              <a:gdLst/>
              <a:ahLst/>
              <a:cxnLst/>
              <a:rect l="l" t="t" r="r" b="b"/>
              <a:pathLst>
                <a:path w="1024295" h="1289094">
                  <a:moveTo>
                    <a:pt x="0" y="0"/>
                  </a:moveTo>
                  <a:lnTo>
                    <a:pt x="1024295" y="0"/>
                  </a:lnTo>
                  <a:lnTo>
                    <a:pt x="1024295" y="1289094"/>
                  </a:lnTo>
                  <a:lnTo>
                    <a:pt x="0" y="1289094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024295" cy="13271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5992561"/>
            <a:ext cx="267923" cy="2902305"/>
            <a:chOff x="0" y="0"/>
            <a:chExt cx="89965" cy="9745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28700" y="9047769"/>
            <a:ext cx="267923" cy="2902305"/>
            <a:chOff x="0" y="0"/>
            <a:chExt cx="89965" cy="9745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100312" y="1522046"/>
            <a:ext cx="267923" cy="2902305"/>
            <a:chOff x="0" y="0"/>
            <a:chExt cx="89965" cy="97455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32487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100312" y="4577253"/>
            <a:ext cx="267923" cy="2902305"/>
            <a:chOff x="0" y="0"/>
            <a:chExt cx="89965" cy="97455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965" cy="974558"/>
            </a:xfrm>
            <a:custGeom>
              <a:avLst/>
              <a:gdLst/>
              <a:ahLst/>
              <a:cxnLst/>
              <a:rect l="l" t="t" r="r" b="b"/>
              <a:pathLst>
                <a:path w="89965" h="974558">
                  <a:moveTo>
                    <a:pt x="0" y="0"/>
                  </a:moveTo>
                  <a:lnTo>
                    <a:pt x="89965" y="0"/>
                  </a:lnTo>
                  <a:lnTo>
                    <a:pt x="89965" y="974558"/>
                  </a:lnTo>
                  <a:lnTo>
                    <a:pt x="0" y="974558"/>
                  </a:lnTo>
                  <a:close/>
                </a:path>
              </a:pathLst>
            </a:custGeom>
            <a:solidFill>
              <a:srgbClr val="E1E2E1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9965" cy="1012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208403" y="546735"/>
            <a:ext cx="3050897" cy="48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 b="1">
                <a:solidFill>
                  <a:srgbClr val="34363A"/>
                </a:solidFill>
                <a:latin typeface="Agrandir Bold"/>
                <a:ea typeface="Agrandir Bold"/>
                <a:cs typeface="Agrandir Bold"/>
                <a:sym typeface="Agrandir Bold"/>
              </a:rPr>
              <a:t>Fauget I 10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28589" y="3439662"/>
            <a:ext cx="8830823" cy="5039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54"/>
              </a:lnSpc>
            </a:pPr>
            <a:r>
              <a:rPr lang="en-US" sz="16172">
                <a:solidFill>
                  <a:srgbClr val="32487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1406</Words>
  <Application>Microsoft Office PowerPoint</Application>
  <PresentationFormat>Custom</PresentationFormat>
  <Paragraphs>322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League Spartan</vt:lpstr>
      <vt:lpstr>Open Sans Bold</vt:lpstr>
      <vt:lpstr>DejaVu Sans Light</vt:lpstr>
      <vt:lpstr>Calibri</vt:lpstr>
      <vt:lpstr>Agrandir</vt:lpstr>
      <vt:lpstr>DejaVu Sans Bold</vt:lpstr>
      <vt:lpstr>Open Sans</vt:lpstr>
      <vt:lpstr>Agrandir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Vision-Language-Action (VLA) Models for Semantic Plastic Waste Sorting with Transparent Object Perception</dc:title>
  <cp:lastModifiedBy>Koskinopoulou, Maria</cp:lastModifiedBy>
  <cp:revision>2</cp:revision>
  <dcterms:created xsi:type="dcterms:W3CDTF">2006-08-16T00:00:00Z</dcterms:created>
  <dcterms:modified xsi:type="dcterms:W3CDTF">2026-07-27T22:07:07Z</dcterms:modified>
  <dc:identifier>DAHPdh9deEo</dc:identifier>
</cp:coreProperties>
</file>